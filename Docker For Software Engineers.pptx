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DM Sans Medium"/>
      <p:regular r:id="rId17"/>
      <p:bold r:id="rId18"/>
      <p:italic r:id="rId19"/>
      <p:boldItalic r:id="rId20"/>
    </p:embeddedFont>
    <p:embeddedFont>
      <p:font typeface="Fredoka"/>
      <p:regular r:id="rId21"/>
      <p:bold r:id="rId22"/>
    </p:embeddedFont>
    <p:embeddedFont>
      <p:font typeface="Hepta Slab SemiBold"/>
      <p:regular r:id="rId23"/>
      <p:bold r:id="rId24"/>
    </p:embeddedFont>
    <p:embeddedFont>
      <p:font typeface="DM Sans SemiBold"/>
      <p:regular r:id="rId25"/>
      <p:bold r:id="rId26"/>
      <p:italic r:id="rId27"/>
      <p:boldItalic r:id="rId28"/>
    </p:embeddedFont>
    <p:embeddedFont>
      <p:font typeface="DM Sans"/>
      <p:regular r:id="rId29"/>
      <p:bold r:id="rId30"/>
      <p:italic r:id="rId31"/>
      <p:boldItalic r:id="rId32"/>
    </p:embeddedFont>
    <p:embeddedFont>
      <p:font typeface="Glegoo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33" Type="http://schemas.openxmlformats.org/officeDocument/2006/relationships/font" Target="fonts/Glegoo-regular.fntdata"/><Relationship Id="rId32" Type="http://schemas.openxmlformats.org/officeDocument/2006/relationships/font" Target="fonts/DMSans-boldItalic.fntdata"/><Relationship Id="rId34" Type="http://schemas.openxmlformats.org/officeDocument/2006/relationships/font" Target="fonts/Glegoo-bold.fntdata"/><Relationship Id="rId20" Type="http://schemas.openxmlformats.org/officeDocument/2006/relationships/font" Target="fonts/DMSansMedium-boldItalic.fntdata"/><Relationship Id="rId22" Type="http://schemas.openxmlformats.org/officeDocument/2006/relationships/font" Target="fonts/Fredoka-bold.fntdata"/><Relationship Id="rId21" Type="http://schemas.openxmlformats.org/officeDocument/2006/relationships/font" Target="fonts/Fredoka-regular.fntdata"/><Relationship Id="rId24" Type="http://schemas.openxmlformats.org/officeDocument/2006/relationships/font" Target="fonts/HeptaSlabSemiBold-bold.fntdata"/><Relationship Id="rId23" Type="http://schemas.openxmlformats.org/officeDocument/2006/relationships/font" Target="fonts/HeptaSlabSemiBold-regular.fntdata"/><Relationship Id="rId26" Type="http://schemas.openxmlformats.org/officeDocument/2006/relationships/font" Target="fonts/DMSansSemiBold-bold.fntdata"/><Relationship Id="rId25" Type="http://schemas.openxmlformats.org/officeDocument/2006/relationships/font" Target="fonts/DMSansSemiBold-regular.fntdata"/><Relationship Id="rId28" Type="http://schemas.openxmlformats.org/officeDocument/2006/relationships/font" Target="fonts/DMSansSemiBold-boldItalic.fntdata"/><Relationship Id="rId27" Type="http://schemas.openxmlformats.org/officeDocument/2006/relationships/font" Target="fonts/DMSansSemiBold-italic.fntdata"/><Relationship Id="rId29" Type="http://schemas.openxmlformats.org/officeDocument/2006/relationships/font" Target="fonts/DMSans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DMSansMedium-regular.fntdata"/><Relationship Id="rId16" Type="http://schemas.openxmlformats.org/officeDocument/2006/relationships/slide" Target="slides/slide12.xml"/><Relationship Id="rId19" Type="http://schemas.openxmlformats.org/officeDocument/2006/relationships/font" Target="fonts/DMSansMedium-italic.fntdata"/><Relationship Id="rId18" Type="http://schemas.openxmlformats.org/officeDocument/2006/relationships/font" Target="fonts/DM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4b946ecf0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34b946ecf0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34b946ecf04_0_1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34b946ecf04_0_1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4bade8899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34bade8899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34b946ecf04_0_1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34b946ecf04_0_1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34b946ecf04_0_1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34b946ecf04_0_1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4bade8899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4bade8899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34b946ecf0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34b946ecf0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34bade8899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34bade8899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34b946ecf0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34b946ecf0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34bade8899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34bade8899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34bade8899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g34bade8899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4bade8899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4bade8899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Title slide" type="title">
  <p:cSld name="TITLE"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566075" y="2986525"/>
            <a:ext cx="6022500" cy="4692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 SemiBold"/>
              <a:buNone/>
              <a:defRPr sz="2800">
                <a:solidFill>
                  <a:schemeClr val="accen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281150" y="4354625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Google Shape;13;p2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455105" y="190698"/>
            <a:ext cx="2277538" cy="2277538"/>
            <a:chOff x="987244" y="313753"/>
            <a:chExt cx="555321" cy="555321"/>
          </a:xfrm>
        </p:grpSpPr>
        <p:grpSp>
          <p:nvGrpSpPr>
            <p:cNvPr id="15" name="Google Shape;15;p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5" name="Google Shape;25;p2"/>
          <p:cNvSpPr txBox="1"/>
          <p:nvPr>
            <p:ph type="ctrTitle"/>
          </p:nvPr>
        </p:nvSpPr>
        <p:spPr>
          <a:xfrm>
            <a:off x="1566075" y="820775"/>
            <a:ext cx="60225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None/>
              <a:defRPr sz="4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26" name="Google Shape;26;p2"/>
          <p:cNvGrpSpPr/>
          <p:nvPr/>
        </p:nvGrpSpPr>
        <p:grpSpPr>
          <a:xfrm>
            <a:off x="302263" y="4600963"/>
            <a:ext cx="392675" cy="392675"/>
            <a:chOff x="458050" y="265600"/>
            <a:chExt cx="392675" cy="392675"/>
          </a:xfrm>
        </p:grpSpPr>
        <p:sp>
          <p:nvSpPr>
            <p:cNvPr id="27" name="Google Shape;27;p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842163" y="4600950"/>
            <a:ext cx="392675" cy="392675"/>
            <a:chOff x="458050" y="265600"/>
            <a:chExt cx="392675" cy="392675"/>
          </a:xfrm>
        </p:grpSpPr>
        <p:sp>
          <p:nvSpPr>
            <p:cNvPr id="32" name="Google Shape;32;p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571394" y="4219963"/>
            <a:ext cx="392675" cy="392675"/>
            <a:chOff x="458050" y="265600"/>
            <a:chExt cx="392675" cy="392675"/>
          </a:xfrm>
        </p:grpSpPr>
        <p:sp>
          <p:nvSpPr>
            <p:cNvPr id="37" name="Google Shape;37;p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1" name="Google Shape;41;p2"/>
          <p:cNvGrpSpPr/>
          <p:nvPr/>
        </p:nvGrpSpPr>
        <p:grpSpPr>
          <a:xfrm>
            <a:off x="1111294" y="4219950"/>
            <a:ext cx="392675" cy="392675"/>
            <a:chOff x="458050" y="265600"/>
            <a:chExt cx="392675" cy="392675"/>
          </a:xfrm>
        </p:grpSpPr>
        <p:sp>
          <p:nvSpPr>
            <p:cNvPr id="42" name="Google Shape;42;p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47" name="Google Shape;47;p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1" name="Google Shape;51;p2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52" name="Google Shape;52;p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6" name="Google Shape;56;p2"/>
          <p:cNvSpPr/>
          <p:nvPr/>
        </p:nvSpPr>
        <p:spPr>
          <a:xfrm>
            <a:off x="8137749" y="4148902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Agenda">
  <p:cSld name="CUSTOM">
    <p:bg>
      <p:bgPr>
        <a:solidFill>
          <a:schemeClr val="accent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 flipH="1">
            <a:off x="1737400" y="283725"/>
            <a:ext cx="7132500" cy="4589700"/>
          </a:xfrm>
          <a:prstGeom prst="snip2DiagRect">
            <a:avLst>
              <a:gd fmla="val 0" name="adj1"/>
              <a:gd fmla="val 123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3"/>
          <p:cNvSpPr txBox="1"/>
          <p:nvPr>
            <p:ph type="title"/>
          </p:nvPr>
        </p:nvSpPr>
        <p:spPr>
          <a:xfrm>
            <a:off x="3758275" y="547232"/>
            <a:ext cx="43794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0" name="Google Shape;60;p3"/>
          <p:cNvSpPr/>
          <p:nvPr>
            <p:ph idx="2" type="pic"/>
          </p:nvPr>
        </p:nvSpPr>
        <p:spPr>
          <a:xfrm>
            <a:off x="270920" y="994350"/>
            <a:ext cx="2931000" cy="3154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61" name="Google Shape;61;p3"/>
          <p:cNvSpPr/>
          <p:nvPr/>
        </p:nvSpPr>
        <p:spPr>
          <a:xfrm>
            <a:off x="3758275" y="1471075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01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62" name="Google Shape;62;p3"/>
          <p:cNvSpPr txBox="1"/>
          <p:nvPr>
            <p:ph idx="1" type="subTitle"/>
          </p:nvPr>
        </p:nvSpPr>
        <p:spPr>
          <a:xfrm>
            <a:off x="4499450" y="1470950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3"/>
          <p:cNvSpPr/>
          <p:nvPr/>
        </p:nvSpPr>
        <p:spPr>
          <a:xfrm>
            <a:off x="6326525" y="1471138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02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64" name="Google Shape;64;p3"/>
          <p:cNvSpPr txBox="1"/>
          <p:nvPr>
            <p:ph idx="3" type="subTitle"/>
          </p:nvPr>
        </p:nvSpPr>
        <p:spPr>
          <a:xfrm>
            <a:off x="7067700" y="1471013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3"/>
          <p:cNvSpPr/>
          <p:nvPr/>
        </p:nvSpPr>
        <p:spPr>
          <a:xfrm>
            <a:off x="3746413" y="2738600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03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66" name="Google Shape;66;p3"/>
          <p:cNvSpPr txBox="1"/>
          <p:nvPr>
            <p:ph idx="4" type="subTitle"/>
          </p:nvPr>
        </p:nvSpPr>
        <p:spPr>
          <a:xfrm>
            <a:off x="4487588" y="2738475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"/>
          <p:cNvSpPr/>
          <p:nvPr/>
        </p:nvSpPr>
        <p:spPr>
          <a:xfrm>
            <a:off x="6314663" y="2738663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04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68" name="Google Shape;68;p3"/>
          <p:cNvSpPr txBox="1"/>
          <p:nvPr>
            <p:ph idx="5" type="subTitle"/>
          </p:nvPr>
        </p:nvSpPr>
        <p:spPr>
          <a:xfrm>
            <a:off x="7055838" y="2738538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3"/>
          <p:cNvSpPr/>
          <p:nvPr/>
        </p:nvSpPr>
        <p:spPr>
          <a:xfrm>
            <a:off x="3746413" y="3959650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05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70" name="Google Shape;70;p3"/>
          <p:cNvSpPr txBox="1"/>
          <p:nvPr>
            <p:ph idx="6" type="subTitle"/>
          </p:nvPr>
        </p:nvSpPr>
        <p:spPr>
          <a:xfrm>
            <a:off x="4487588" y="3959525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3"/>
          <p:cNvSpPr/>
          <p:nvPr/>
        </p:nvSpPr>
        <p:spPr>
          <a:xfrm>
            <a:off x="6314663" y="3959713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06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72" name="Google Shape;72;p3"/>
          <p:cNvSpPr txBox="1"/>
          <p:nvPr>
            <p:ph idx="7" type="subTitle"/>
          </p:nvPr>
        </p:nvSpPr>
        <p:spPr>
          <a:xfrm>
            <a:off x="7055838" y="3959588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73" name="Google Shape;73;p3"/>
          <p:cNvGrpSpPr/>
          <p:nvPr/>
        </p:nvGrpSpPr>
        <p:grpSpPr>
          <a:xfrm>
            <a:off x="924175" y="346675"/>
            <a:ext cx="392675" cy="392675"/>
            <a:chOff x="458050" y="265600"/>
            <a:chExt cx="392675" cy="392675"/>
          </a:xfrm>
        </p:grpSpPr>
        <p:sp>
          <p:nvSpPr>
            <p:cNvPr id="74" name="Google Shape;74;p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8" name="Google Shape;78;p3"/>
          <p:cNvGrpSpPr/>
          <p:nvPr/>
        </p:nvGrpSpPr>
        <p:grpSpPr>
          <a:xfrm>
            <a:off x="8324675" y="4317441"/>
            <a:ext cx="908783" cy="908783"/>
            <a:chOff x="987244" y="313753"/>
            <a:chExt cx="555321" cy="555321"/>
          </a:xfrm>
        </p:grpSpPr>
        <p:grpSp>
          <p:nvGrpSpPr>
            <p:cNvPr id="79" name="Google Shape;79;p3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80" name="Google Shape;80;p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84" name="Google Shape;84;p3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>
  <p:cSld name="CUSTOM_1">
    <p:bg>
      <p:bgPr>
        <a:solidFill>
          <a:schemeClr val="accen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6860150" y="-3575"/>
            <a:ext cx="2365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" name="Google Shape;91;p4"/>
          <p:cNvSpPr txBox="1"/>
          <p:nvPr>
            <p:ph type="title"/>
          </p:nvPr>
        </p:nvSpPr>
        <p:spPr>
          <a:xfrm>
            <a:off x="628425" y="561800"/>
            <a:ext cx="3739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2" name="Google Shape;92;p4"/>
          <p:cNvSpPr/>
          <p:nvPr>
            <p:ph idx="2" type="pic"/>
          </p:nvPr>
        </p:nvSpPr>
        <p:spPr>
          <a:xfrm>
            <a:off x="4664825" y="975600"/>
            <a:ext cx="4213800" cy="319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613575" y="1707800"/>
            <a:ext cx="3739200" cy="22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94" name="Google Shape;94;p4"/>
          <p:cNvGrpSpPr/>
          <p:nvPr/>
        </p:nvGrpSpPr>
        <p:grpSpPr>
          <a:xfrm>
            <a:off x="7788867" y="-840619"/>
            <a:ext cx="2277538" cy="2277538"/>
            <a:chOff x="987244" y="313753"/>
            <a:chExt cx="555321" cy="555321"/>
          </a:xfrm>
        </p:grpSpPr>
        <p:grpSp>
          <p:nvGrpSpPr>
            <p:cNvPr id="95" name="Google Shape;95;p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00" name="Google Shape;100;p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05" name="Google Shape;105;p4"/>
          <p:cNvGrpSpPr/>
          <p:nvPr/>
        </p:nvGrpSpPr>
        <p:grpSpPr>
          <a:xfrm>
            <a:off x="73663" y="4895554"/>
            <a:ext cx="392675" cy="392675"/>
            <a:chOff x="458050" y="265600"/>
            <a:chExt cx="392675" cy="392675"/>
          </a:xfrm>
        </p:grpSpPr>
        <p:sp>
          <p:nvSpPr>
            <p:cNvPr id="106" name="Google Shape;106;p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0" name="Google Shape;110;p4"/>
          <p:cNvGrpSpPr/>
          <p:nvPr/>
        </p:nvGrpSpPr>
        <p:grpSpPr>
          <a:xfrm>
            <a:off x="613563" y="4895542"/>
            <a:ext cx="392675" cy="392675"/>
            <a:chOff x="458050" y="265600"/>
            <a:chExt cx="392675" cy="392675"/>
          </a:xfrm>
        </p:grpSpPr>
        <p:sp>
          <p:nvSpPr>
            <p:cNvPr id="111" name="Google Shape;111;p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5" name="Google Shape;115;p4"/>
          <p:cNvGrpSpPr/>
          <p:nvPr/>
        </p:nvGrpSpPr>
        <p:grpSpPr>
          <a:xfrm>
            <a:off x="348063" y="4502879"/>
            <a:ext cx="392675" cy="392675"/>
            <a:chOff x="458050" y="265600"/>
            <a:chExt cx="392675" cy="392675"/>
          </a:xfrm>
        </p:grpSpPr>
        <p:sp>
          <p:nvSpPr>
            <p:cNvPr id="116" name="Google Shape;116;p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>
  <p:cSld name="CUSTOM_1_1">
    <p:bg>
      <p:bgPr>
        <a:solidFill>
          <a:schemeClr val="accen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8656225" y="0"/>
            <a:ext cx="559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2" name="Google Shape;122;p5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270000" y="1464600"/>
            <a:ext cx="7596900" cy="25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24" name="Google Shape;124;p5"/>
          <p:cNvGrpSpPr/>
          <p:nvPr/>
        </p:nvGrpSpPr>
        <p:grpSpPr>
          <a:xfrm>
            <a:off x="73663" y="4677163"/>
            <a:ext cx="392675" cy="392675"/>
            <a:chOff x="458050" y="265600"/>
            <a:chExt cx="392675" cy="392675"/>
          </a:xfrm>
        </p:grpSpPr>
        <p:sp>
          <p:nvSpPr>
            <p:cNvPr id="125" name="Google Shape;125;p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9" name="Google Shape;129;p5"/>
          <p:cNvGrpSpPr/>
          <p:nvPr/>
        </p:nvGrpSpPr>
        <p:grpSpPr>
          <a:xfrm>
            <a:off x="613563" y="4677150"/>
            <a:ext cx="392675" cy="392675"/>
            <a:chOff x="458050" y="265600"/>
            <a:chExt cx="392675" cy="392675"/>
          </a:xfrm>
        </p:grpSpPr>
        <p:sp>
          <p:nvSpPr>
            <p:cNvPr id="130" name="Google Shape;130;p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4" name="Google Shape;134;p5"/>
          <p:cNvGrpSpPr/>
          <p:nvPr/>
        </p:nvGrpSpPr>
        <p:grpSpPr>
          <a:xfrm>
            <a:off x="348063" y="4284488"/>
            <a:ext cx="392675" cy="392675"/>
            <a:chOff x="458050" y="265600"/>
            <a:chExt cx="392675" cy="392675"/>
          </a:xfrm>
        </p:grpSpPr>
        <p:sp>
          <p:nvSpPr>
            <p:cNvPr id="135" name="Google Shape;135;p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9" name="Google Shape;139;p5"/>
          <p:cNvSpPr/>
          <p:nvPr/>
        </p:nvSpPr>
        <p:spPr>
          <a:xfrm>
            <a:off x="8137749" y="-626998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>
  <p:cSld name="CUSTOM_1_1_1">
    <p:bg>
      <p:bgPr>
        <a:solidFill>
          <a:schemeClr val="accen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270000" y="1410798"/>
            <a:ext cx="2346900" cy="24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2" name="Google Shape;142;p6"/>
          <p:cNvSpPr txBox="1"/>
          <p:nvPr>
            <p:ph idx="2" type="body"/>
          </p:nvPr>
        </p:nvSpPr>
        <p:spPr>
          <a:xfrm>
            <a:off x="6235900" y="1410798"/>
            <a:ext cx="2346900" cy="24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3" name="Google Shape;143;p6"/>
          <p:cNvSpPr txBox="1"/>
          <p:nvPr>
            <p:ph idx="3" type="body"/>
          </p:nvPr>
        </p:nvSpPr>
        <p:spPr>
          <a:xfrm>
            <a:off x="3312275" y="1410798"/>
            <a:ext cx="2346900" cy="24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6"/>
          <p:cNvSpPr/>
          <p:nvPr/>
        </p:nvSpPr>
        <p:spPr>
          <a:xfrm>
            <a:off x="-890750" y="4354625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6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6" name="Google Shape;146;p6"/>
          <p:cNvGrpSpPr/>
          <p:nvPr/>
        </p:nvGrpSpPr>
        <p:grpSpPr>
          <a:xfrm>
            <a:off x="-307337" y="4600963"/>
            <a:ext cx="392675" cy="392675"/>
            <a:chOff x="458050" y="265600"/>
            <a:chExt cx="392675" cy="392675"/>
          </a:xfrm>
        </p:grpSpPr>
        <p:sp>
          <p:nvSpPr>
            <p:cNvPr id="147" name="Google Shape;147;p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1" name="Google Shape;151;p6"/>
          <p:cNvGrpSpPr/>
          <p:nvPr/>
        </p:nvGrpSpPr>
        <p:grpSpPr>
          <a:xfrm>
            <a:off x="232563" y="4600950"/>
            <a:ext cx="392675" cy="392675"/>
            <a:chOff x="458050" y="265600"/>
            <a:chExt cx="392675" cy="392675"/>
          </a:xfrm>
        </p:grpSpPr>
        <p:sp>
          <p:nvSpPr>
            <p:cNvPr id="152" name="Google Shape;152;p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" name="Google Shape;156;p6"/>
          <p:cNvGrpSpPr/>
          <p:nvPr/>
        </p:nvGrpSpPr>
        <p:grpSpPr>
          <a:xfrm>
            <a:off x="-38206" y="4219963"/>
            <a:ext cx="392675" cy="392675"/>
            <a:chOff x="458050" y="265600"/>
            <a:chExt cx="392675" cy="392675"/>
          </a:xfrm>
        </p:grpSpPr>
        <p:sp>
          <p:nvSpPr>
            <p:cNvPr id="157" name="Google Shape;157;p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1" name="Google Shape;161;p6"/>
          <p:cNvGrpSpPr/>
          <p:nvPr/>
        </p:nvGrpSpPr>
        <p:grpSpPr>
          <a:xfrm>
            <a:off x="501694" y="4219950"/>
            <a:ext cx="392675" cy="392675"/>
            <a:chOff x="458050" y="265600"/>
            <a:chExt cx="392675" cy="392675"/>
          </a:xfrm>
        </p:grpSpPr>
        <p:sp>
          <p:nvSpPr>
            <p:cNvPr id="162" name="Google Shape;162;p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6" name="Google Shape;166;p6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67" name="Google Shape;167;p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1" name="Google Shape;171;p6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72" name="Google Shape;172;p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76" name="Google Shape;176;p6"/>
          <p:cNvSpPr/>
          <p:nvPr/>
        </p:nvSpPr>
        <p:spPr>
          <a:xfrm>
            <a:off x="8137749" y="4148902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6"/>
          <p:cNvSpPr txBox="1"/>
          <p:nvPr>
            <p:ph type="title"/>
          </p:nvPr>
        </p:nvSpPr>
        <p:spPr>
          <a:xfrm>
            <a:off x="284850" y="57405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n image and 4 bullets">
  <p:cSld name="CUSTOM_2">
    <p:bg>
      <p:bgPr>
        <a:solidFill>
          <a:schemeClr val="accent3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8361079" y="2599772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0" name="Google Shape;180;p7"/>
          <p:cNvGrpSpPr/>
          <p:nvPr/>
        </p:nvGrpSpPr>
        <p:grpSpPr>
          <a:xfrm>
            <a:off x="2378667" y="-688219"/>
            <a:ext cx="2277538" cy="2277538"/>
            <a:chOff x="987244" y="313753"/>
            <a:chExt cx="555321" cy="555321"/>
          </a:xfrm>
        </p:grpSpPr>
        <p:grpSp>
          <p:nvGrpSpPr>
            <p:cNvPr id="181" name="Google Shape;181;p7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82" name="Google Shape;182;p7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3" name="Google Shape;183;p7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4" name="Google Shape;184;p7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5" name="Google Shape;185;p7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6" name="Google Shape;186;p7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87" name="Google Shape;187;p7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8" name="Google Shape;188;p7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91" name="Google Shape;191;p7"/>
          <p:cNvSpPr/>
          <p:nvPr/>
        </p:nvSpPr>
        <p:spPr>
          <a:xfrm>
            <a:off x="-60650" y="2429400"/>
            <a:ext cx="4167600" cy="27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651625" y="1951925"/>
            <a:ext cx="4194000" cy="845400"/>
          </a:xfrm>
          <a:prstGeom prst="snip1Rect">
            <a:avLst>
              <a:gd fmla="val 277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7"/>
          <p:cNvSpPr txBox="1"/>
          <p:nvPr>
            <p:ph type="title"/>
          </p:nvPr>
        </p:nvSpPr>
        <p:spPr>
          <a:xfrm>
            <a:off x="4664825" y="269950"/>
            <a:ext cx="41676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4" name="Google Shape;194;p7"/>
          <p:cNvSpPr txBox="1"/>
          <p:nvPr>
            <p:ph idx="1" type="body"/>
          </p:nvPr>
        </p:nvSpPr>
        <p:spPr>
          <a:xfrm>
            <a:off x="5203850" y="2064275"/>
            <a:ext cx="3452100" cy="62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5" name="Google Shape;195;p7"/>
          <p:cNvSpPr/>
          <p:nvPr/>
        </p:nvSpPr>
        <p:spPr>
          <a:xfrm>
            <a:off x="4801450" y="2246225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651625" y="2986563"/>
            <a:ext cx="4194000" cy="845400"/>
          </a:xfrm>
          <a:prstGeom prst="snip1Rect">
            <a:avLst>
              <a:gd fmla="val 277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7"/>
          <p:cNvSpPr txBox="1"/>
          <p:nvPr>
            <p:ph idx="2" type="body"/>
          </p:nvPr>
        </p:nvSpPr>
        <p:spPr>
          <a:xfrm>
            <a:off x="5203850" y="3098913"/>
            <a:ext cx="3452100" cy="62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8" name="Google Shape;198;p7"/>
          <p:cNvSpPr/>
          <p:nvPr/>
        </p:nvSpPr>
        <p:spPr>
          <a:xfrm>
            <a:off x="4801450" y="3280863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664825" y="4021200"/>
            <a:ext cx="4194000" cy="845400"/>
          </a:xfrm>
          <a:prstGeom prst="snip1Rect">
            <a:avLst>
              <a:gd fmla="val 277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7"/>
          <p:cNvSpPr txBox="1"/>
          <p:nvPr>
            <p:ph idx="3" type="body"/>
          </p:nvPr>
        </p:nvSpPr>
        <p:spPr>
          <a:xfrm>
            <a:off x="5217050" y="4133550"/>
            <a:ext cx="3452100" cy="62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1" name="Google Shape;201;p7"/>
          <p:cNvSpPr/>
          <p:nvPr/>
        </p:nvSpPr>
        <p:spPr>
          <a:xfrm>
            <a:off x="4814650" y="4315500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-60650" y="-85625"/>
            <a:ext cx="2360700" cy="25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7"/>
          <p:cNvSpPr/>
          <p:nvPr>
            <p:ph idx="4" type="pic"/>
          </p:nvPr>
        </p:nvSpPr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4" name="Google Shape;204;p7"/>
          <p:cNvSpPr/>
          <p:nvPr/>
        </p:nvSpPr>
        <p:spPr>
          <a:xfrm>
            <a:off x="-60650" y="4869525"/>
            <a:ext cx="342600" cy="321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651625" y="917288"/>
            <a:ext cx="4194000" cy="845400"/>
          </a:xfrm>
          <a:prstGeom prst="snip1Rect">
            <a:avLst>
              <a:gd fmla="val 277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6" name="Google Shape;206;p7"/>
          <p:cNvSpPr txBox="1"/>
          <p:nvPr>
            <p:ph idx="5" type="body"/>
          </p:nvPr>
        </p:nvSpPr>
        <p:spPr>
          <a:xfrm>
            <a:off x="5203850" y="1029638"/>
            <a:ext cx="3452100" cy="62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7" name="Google Shape;207;p7"/>
          <p:cNvSpPr/>
          <p:nvPr/>
        </p:nvSpPr>
        <p:spPr>
          <a:xfrm>
            <a:off x="4801450" y="1211588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CUSTOM_2_1">
    <p:bg>
      <p:bgPr>
        <a:solidFill>
          <a:schemeClr val="accent3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8361079" y="4047572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0" name="Google Shape;210;p8"/>
          <p:cNvGrpSpPr/>
          <p:nvPr/>
        </p:nvGrpSpPr>
        <p:grpSpPr>
          <a:xfrm>
            <a:off x="2378667" y="-688219"/>
            <a:ext cx="2277538" cy="2277538"/>
            <a:chOff x="987244" y="313753"/>
            <a:chExt cx="555321" cy="555321"/>
          </a:xfrm>
        </p:grpSpPr>
        <p:grpSp>
          <p:nvGrpSpPr>
            <p:cNvPr id="211" name="Google Shape;211;p8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12" name="Google Shape;212;p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13" name="Google Shape;213;p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15" name="Google Shape;215;p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16" name="Google Shape;216;p8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17" name="Google Shape;217;p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18" name="Google Shape;218;p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20" name="Google Shape;220;p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21" name="Google Shape;221;p8"/>
          <p:cNvSpPr/>
          <p:nvPr/>
        </p:nvSpPr>
        <p:spPr>
          <a:xfrm>
            <a:off x="-60650" y="2429400"/>
            <a:ext cx="4167600" cy="27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8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3" name="Google Shape;223;p8"/>
          <p:cNvSpPr/>
          <p:nvPr/>
        </p:nvSpPr>
        <p:spPr>
          <a:xfrm>
            <a:off x="-60650" y="-85625"/>
            <a:ext cx="2360700" cy="25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8"/>
          <p:cNvSpPr/>
          <p:nvPr>
            <p:ph idx="2" type="pic"/>
          </p:nvPr>
        </p:nvSpPr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5" name="Google Shape;225;p8"/>
          <p:cNvSpPr/>
          <p:nvPr/>
        </p:nvSpPr>
        <p:spPr>
          <a:xfrm>
            <a:off x="-60650" y="4869525"/>
            <a:ext cx="342600" cy="321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8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CUSTOM_9">
    <p:bg>
      <p:bgPr>
        <a:solidFill>
          <a:schemeClr val="accen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/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229" name="Google Shape;229;p9"/>
          <p:cNvGrpSpPr/>
          <p:nvPr/>
        </p:nvGrpSpPr>
        <p:grpSpPr>
          <a:xfrm>
            <a:off x="-1098745" y="3967456"/>
            <a:ext cx="2277538" cy="2277538"/>
            <a:chOff x="987244" y="313753"/>
            <a:chExt cx="555321" cy="555321"/>
          </a:xfrm>
        </p:grpSpPr>
        <p:grpSp>
          <p:nvGrpSpPr>
            <p:cNvPr id="230" name="Google Shape;230;p9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31" name="Google Shape;231;p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2" name="Google Shape;232;p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3" name="Google Shape;233;p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35" name="Google Shape;235;p9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36" name="Google Shape;236;p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40" name="Google Shape;240;p9"/>
          <p:cNvSpPr/>
          <p:nvPr/>
        </p:nvSpPr>
        <p:spPr>
          <a:xfrm flipH="1">
            <a:off x="5007801" y="2429400"/>
            <a:ext cx="4167600" cy="27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9"/>
          <p:cNvSpPr/>
          <p:nvPr/>
        </p:nvSpPr>
        <p:spPr>
          <a:xfrm flipH="1">
            <a:off x="6804234" y="-85625"/>
            <a:ext cx="2360700" cy="25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9"/>
          <p:cNvSpPr/>
          <p:nvPr>
            <p:ph idx="2" type="pic"/>
          </p:nvPr>
        </p:nvSpPr>
        <p:spPr>
          <a:xfrm>
            <a:off x="5350276" y="267550"/>
            <a:ext cx="3476400" cy="4599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3" name="Google Shape;243;p9"/>
          <p:cNvSpPr/>
          <p:nvPr/>
        </p:nvSpPr>
        <p:spPr>
          <a:xfrm>
            <a:off x="8805742" y="4869525"/>
            <a:ext cx="342600" cy="321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8158683" y="-707823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9"/>
          <p:cNvSpPr txBox="1"/>
          <p:nvPr>
            <p:ph idx="1" type="body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CUSTOM_9_1">
    <p:bg>
      <p:bgPr>
        <a:solidFill>
          <a:schemeClr val="accent5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 flipH="1" rot="10800000">
            <a:off x="-1754575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0"/>
          <p:cNvSpPr txBox="1"/>
          <p:nvPr>
            <p:ph type="title"/>
          </p:nvPr>
        </p:nvSpPr>
        <p:spPr>
          <a:xfrm>
            <a:off x="420600" y="374600"/>
            <a:ext cx="75447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49" name="Google Shape;249;p10"/>
          <p:cNvGrpSpPr/>
          <p:nvPr/>
        </p:nvGrpSpPr>
        <p:grpSpPr>
          <a:xfrm>
            <a:off x="-1098745" y="3967456"/>
            <a:ext cx="2277538" cy="2277538"/>
            <a:chOff x="987244" y="313753"/>
            <a:chExt cx="555321" cy="555321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51" name="Google Shape;251;p1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2" name="Google Shape;252;p1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3" name="Google Shape;253;p1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4" name="Google Shape;254;p1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55" name="Google Shape;255;p1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56" name="Google Shape;256;p1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7" name="Google Shape;257;p1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8" name="Google Shape;258;p1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9" name="Google Shape;259;p1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60" name="Google Shape;260;p10"/>
          <p:cNvSpPr/>
          <p:nvPr/>
        </p:nvSpPr>
        <p:spPr>
          <a:xfrm>
            <a:off x="8158683" y="-707823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0"/>
          <p:cNvSpPr txBox="1"/>
          <p:nvPr>
            <p:ph idx="1" type="body"/>
          </p:nvPr>
        </p:nvSpPr>
        <p:spPr>
          <a:xfrm>
            <a:off x="420600" y="1458800"/>
            <a:ext cx="83028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2" name="Google Shape;262;p10"/>
          <p:cNvSpPr/>
          <p:nvPr/>
        </p:nvSpPr>
        <p:spPr>
          <a:xfrm flipH="1">
            <a:off x="7099800" y="4354625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ith 6 bullets">
  <p:cSld name="CUSTOM_3">
    <p:bg>
      <p:bgPr>
        <a:solidFill>
          <a:schemeClr val="accen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/>
          <p:nvPr/>
        </p:nvSpPr>
        <p:spPr>
          <a:xfrm>
            <a:off x="281825" y="1502750"/>
            <a:ext cx="8588100" cy="90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11"/>
          <p:cNvSpPr txBox="1"/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6" name="Google Shape;266;p11"/>
          <p:cNvSpPr txBox="1"/>
          <p:nvPr>
            <p:ph idx="1" type="body"/>
          </p:nvPr>
        </p:nvSpPr>
        <p:spPr>
          <a:xfrm>
            <a:off x="6671475" y="16632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7" name="Google Shape;267;p11"/>
          <p:cNvSpPr txBox="1"/>
          <p:nvPr>
            <p:ph idx="2" type="body"/>
          </p:nvPr>
        </p:nvSpPr>
        <p:spPr>
          <a:xfrm>
            <a:off x="503625" y="16632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8" name="Google Shape;268;p11"/>
          <p:cNvSpPr/>
          <p:nvPr/>
        </p:nvSpPr>
        <p:spPr>
          <a:xfrm>
            <a:off x="281825" y="2412350"/>
            <a:ext cx="8588100" cy="9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11"/>
          <p:cNvSpPr txBox="1"/>
          <p:nvPr>
            <p:ph idx="3" type="body"/>
          </p:nvPr>
        </p:nvSpPr>
        <p:spPr>
          <a:xfrm>
            <a:off x="6671475" y="25728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4" type="body"/>
          </p:nvPr>
        </p:nvSpPr>
        <p:spPr>
          <a:xfrm>
            <a:off x="503625" y="25728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1" name="Google Shape;271;p11"/>
          <p:cNvSpPr/>
          <p:nvPr/>
        </p:nvSpPr>
        <p:spPr>
          <a:xfrm>
            <a:off x="281825" y="3321950"/>
            <a:ext cx="8588100" cy="9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2" name="Google Shape;272;p11"/>
          <p:cNvSpPr txBox="1"/>
          <p:nvPr>
            <p:ph idx="5" type="body"/>
          </p:nvPr>
        </p:nvSpPr>
        <p:spPr>
          <a:xfrm>
            <a:off x="6671475" y="34824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3" name="Google Shape;273;p11"/>
          <p:cNvSpPr txBox="1"/>
          <p:nvPr>
            <p:ph idx="6" type="body"/>
          </p:nvPr>
        </p:nvSpPr>
        <p:spPr>
          <a:xfrm>
            <a:off x="503625" y="34824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4" name="Google Shape;274;p11"/>
          <p:cNvSpPr/>
          <p:nvPr/>
        </p:nvSpPr>
        <p:spPr>
          <a:xfrm flipH="1">
            <a:off x="3030900" y="1078800"/>
            <a:ext cx="3082200" cy="3576600"/>
          </a:xfrm>
          <a:prstGeom prst="snip2DiagRect">
            <a:avLst>
              <a:gd fmla="val 0" name="adj1"/>
              <a:gd fmla="val 24373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11"/>
          <p:cNvSpPr/>
          <p:nvPr>
            <p:ph idx="7" type="pic"/>
          </p:nvPr>
        </p:nvSpPr>
        <p:spPr>
          <a:xfrm>
            <a:off x="3211500" y="1232599"/>
            <a:ext cx="2721000" cy="3269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276" name="Google Shape;276;p11"/>
          <p:cNvSpPr/>
          <p:nvPr/>
        </p:nvSpPr>
        <p:spPr>
          <a:xfrm>
            <a:off x="6269584" y="1833050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269597" y="2747900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269597" y="3657500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2629009" y="1835675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2629022" y="2750525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2629022" y="3660125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CUSTOM_4">
    <p:bg>
      <p:bgPr>
        <a:solidFill>
          <a:schemeClr val="accen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/>
          <p:nvPr>
            <p:ph type="title"/>
          </p:nvPr>
        </p:nvSpPr>
        <p:spPr>
          <a:xfrm>
            <a:off x="311700" y="269951"/>
            <a:ext cx="85206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284" name="Google Shape;284;p12"/>
          <p:cNvGrpSpPr/>
          <p:nvPr/>
        </p:nvGrpSpPr>
        <p:grpSpPr>
          <a:xfrm>
            <a:off x="266400" y="2663100"/>
            <a:ext cx="2835600" cy="378533"/>
            <a:chOff x="266400" y="2262650"/>
            <a:chExt cx="2835600" cy="378533"/>
          </a:xfrm>
        </p:grpSpPr>
        <p:sp>
          <p:nvSpPr>
            <p:cNvPr id="285" name="Google Shape;285;p12"/>
            <p:cNvSpPr/>
            <p:nvPr/>
          </p:nvSpPr>
          <p:spPr>
            <a:xfrm>
              <a:off x="266400" y="2262650"/>
              <a:ext cx="2835600" cy="189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6" name="Google Shape;286;p12"/>
            <p:cNvSpPr/>
            <p:nvPr/>
          </p:nvSpPr>
          <p:spPr>
            <a:xfrm flipH="1" rot="10800000">
              <a:off x="1566600" y="2451283"/>
              <a:ext cx="235200" cy="189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7" name="Google Shape;287;p12"/>
          <p:cNvGrpSpPr/>
          <p:nvPr/>
        </p:nvGrpSpPr>
        <p:grpSpPr>
          <a:xfrm>
            <a:off x="6034350" y="2663100"/>
            <a:ext cx="2835600" cy="377782"/>
            <a:chOff x="266400" y="2262650"/>
            <a:chExt cx="2835600" cy="377782"/>
          </a:xfrm>
        </p:grpSpPr>
        <p:sp>
          <p:nvSpPr>
            <p:cNvPr id="288" name="Google Shape;288;p12"/>
            <p:cNvSpPr/>
            <p:nvPr/>
          </p:nvSpPr>
          <p:spPr>
            <a:xfrm>
              <a:off x="266400" y="2262650"/>
              <a:ext cx="2835600" cy="189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9" name="Google Shape;289;p12"/>
            <p:cNvSpPr/>
            <p:nvPr/>
          </p:nvSpPr>
          <p:spPr>
            <a:xfrm flipH="1" rot="10800000">
              <a:off x="1566600" y="2450532"/>
              <a:ext cx="235200" cy="189900"/>
            </a:xfrm>
            <a:prstGeom prst="triangle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90" name="Google Shape;290;p12"/>
          <p:cNvGrpSpPr/>
          <p:nvPr/>
        </p:nvGrpSpPr>
        <p:grpSpPr>
          <a:xfrm flipH="1" rot="10800000">
            <a:off x="3102250" y="2475168"/>
            <a:ext cx="2936700" cy="377832"/>
            <a:chOff x="218275" y="2223950"/>
            <a:chExt cx="2936700" cy="377832"/>
          </a:xfrm>
        </p:grpSpPr>
        <p:sp>
          <p:nvSpPr>
            <p:cNvPr id="291" name="Google Shape;291;p12"/>
            <p:cNvSpPr/>
            <p:nvPr/>
          </p:nvSpPr>
          <p:spPr>
            <a:xfrm>
              <a:off x="218275" y="2223950"/>
              <a:ext cx="2936700" cy="189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2" name="Google Shape;292;p12"/>
            <p:cNvSpPr/>
            <p:nvPr/>
          </p:nvSpPr>
          <p:spPr>
            <a:xfrm flipH="1" rot="10800000">
              <a:off x="1566600" y="2411882"/>
              <a:ext cx="235200" cy="189900"/>
            </a:xfrm>
            <a:prstGeom prst="triangl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cxnSp>
        <p:nvCxnSpPr>
          <p:cNvPr id="293" name="Google Shape;293;p12"/>
          <p:cNvCxnSpPr/>
          <p:nvPr/>
        </p:nvCxnSpPr>
        <p:spPr>
          <a:xfrm>
            <a:off x="3099875" y="2264000"/>
            <a:ext cx="0" cy="90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12"/>
          <p:cNvCxnSpPr/>
          <p:nvPr/>
        </p:nvCxnSpPr>
        <p:spPr>
          <a:xfrm>
            <a:off x="6038950" y="2264000"/>
            <a:ext cx="0" cy="90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95" name="Google Shape;295;p12"/>
          <p:cNvSpPr txBox="1"/>
          <p:nvPr>
            <p:ph idx="1" type="subTitle"/>
          </p:nvPr>
        </p:nvSpPr>
        <p:spPr>
          <a:xfrm>
            <a:off x="1037788" y="3173000"/>
            <a:ext cx="12834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DM Sans SemiBold"/>
              <a:buNone/>
              <a:defRPr sz="1400">
                <a:solidFill>
                  <a:schemeClr val="accent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12"/>
          <p:cNvSpPr txBox="1"/>
          <p:nvPr>
            <p:ph idx="2" type="body"/>
          </p:nvPr>
        </p:nvSpPr>
        <p:spPr>
          <a:xfrm>
            <a:off x="1020050" y="1886300"/>
            <a:ext cx="1283400" cy="37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7" name="Google Shape;297;p12"/>
          <p:cNvSpPr txBox="1"/>
          <p:nvPr>
            <p:ph idx="3" type="subTitle"/>
          </p:nvPr>
        </p:nvSpPr>
        <p:spPr>
          <a:xfrm>
            <a:off x="3926050" y="1966400"/>
            <a:ext cx="1283400" cy="29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DM Sans SemiBold"/>
              <a:buNone/>
              <a:defRPr sz="1400">
                <a:solidFill>
                  <a:schemeClr val="accent6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12"/>
          <p:cNvSpPr txBox="1"/>
          <p:nvPr>
            <p:ph idx="4" type="body"/>
          </p:nvPr>
        </p:nvSpPr>
        <p:spPr>
          <a:xfrm>
            <a:off x="3929375" y="3064175"/>
            <a:ext cx="12834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9" name="Google Shape;299;p12"/>
          <p:cNvSpPr txBox="1"/>
          <p:nvPr>
            <p:ph idx="5" type="subTitle"/>
          </p:nvPr>
        </p:nvSpPr>
        <p:spPr>
          <a:xfrm>
            <a:off x="6810456" y="3173000"/>
            <a:ext cx="12834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DM Sans SemiBold"/>
              <a:buNone/>
              <a:defRPr sz="1400">
                <a:solidFill>
                  <a:schemeClr val="accent3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0" name="Google Shape;300;p12"/>
          <p:cNvSpPr txBox="1"/>
          <p:nvPr>
            <p:ph idx="6" type="body"/>
          </p:nvPr>
        </p:nvSpPr>
        <p:spPr>
          <a:xfrm>
            <a:off x="6769313" y="1886300"/>
            <a:ext cx="1283400" cy="37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301" name="Google Shape;301;p12"/>
          <p:cNvGrpSpPr/>
          <p:nvPr/>
        </p:nvGrpSpPr>
        <p:grpSpPr>
          <a:xfrm>
            <a:off x="-824158" y="3670122"/>
            <a:ext cx="2277538" cy="2277538"/>
            <a:chOff x="987244" y="313753"/>
            <a:chExt cx="555321" cy="555321"/>
          </a:xfrm>
        </p:grpSpPr>
        <p:grpSp>
          <p:nvGrpSpPr>
            <p:cNvPr id="302" name="Google Shape;302;p1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303" name="Google Shape;303;p1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4" name="Google Shape;304;p1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5" name="Google Shape;305;p1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6" name="Google Shape;306;p1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07" name="Google Shape;307;p1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308" name="Google Shape;308;p1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9" name="Google Shape;309;p1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10" name="Google Shape;310;p1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11" name="Google Shape;311;p1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312" name="Google Shape;312;p12"/>
          <p:cNvGrpSpPr/>
          <p:nvPr/>
        </p:nvGrpSpPr>
        <p:grpSpPr>
          <a:xfrm>
            <a:off x="8303263" y="28963"/>
            <a:ext cx="392675" cy="392675"/>
            <a:chOff x="458050" y="265600"/>
            <a:chExt cx="392675" cy="392675"/>
          </a:xfrm>
        </p:grpSpPr>
        <p:sp>
          <p:nvSpPr>
            <p:cNvPr id="313" name="Google Shape;313;p1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4" name="Google Shape;314;p1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5" name="Google Shape;315;p1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6" name="Google Shape;316;p1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17" name="Google Shape;317;p12"/>
          <p:cNvGrpSpPr/>
          <p:nvPr/>
        </p:nvGrpSpPr>
        <p:grpSpPr>
          <a:xfrm>
            <a:off x="8843163" y="28950"/>
            <a:ext cx="392675" cy="392675"/>
            <a:chOff x="458050" y="265600"/>
            <a:chExt cx="392675" cy="392675"/>
          </a:xfrm>
        </p:grpSpPr>
        <p:sp>
          <p:nvSpPr>
            <p:cNvPr id="318" name="Google Shape;318;p1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9" name="Google Shape;319;p1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0" name="Google Shape;320;p1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1" name="Google Shape;321;p1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22" name="Google Shape;322;p12"/>
          <p:cNvGrpSpPr/>
          <p:nvPr/>
        </p:nvGrpSpPr>
        <p:grpSpPr>
          <a:xfrm>
            <a:off x="8567531" y="465897"/>
            <a:ext cx="392675" cy="392675"/>
            <a:chOff x="458050" y="265600"/>
            <a:chExt cx="392675" cy="392675"/>
          </a:xfrm>
        </p:grpSpPr>
        <p:sp>
          <p:nvSpPr>
            <p:cNvPr id="323" name="Google Shape;323;p1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4" name="Google Shape;324;p1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5" name="Google Shape;325;p1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6" name="Google Shape;326;p1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27" name="Google Shape;327;p12"/>
          <p:cNvGrpSpPr/>
          <p:nvPr/>
        </p:nvGrpSpPr>
        <p:grpSpPr>
          <a:xfrm>
            <a:off x="9107431" y="465884"/>
            <a:ext cx="392675" cy="392675"/>
            <a:chOff x="458050" y="265600"/>
            <a:chExt cx="392675" cy="392675"/>
          </a:xfrm>
        </p:grpSpPr>
        <p:sp>
          <p:nvSpPr>
            <p:cNvPr id="328" name="Google Shape;328;p1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9" name="Google Shape;329;p1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0" name="Google Shape;330;p1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1" name="Google Shape;331;p1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CUSTOM_4_1">
    <p:bg>
      <p:bgPr>
        <a:solidFill>
          <a:schemeClr val="accen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 txBox="1"/>
          <p:nvPr>
            <p:ph type="title"/>
          </p:nvPr>
        </p:nvSpPr>
        <p:spPr>
          <a:xfrm>
            <a:off x="311700" y="269951"/>
            <a:ext cx="85206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334" name="Google Shape;334;p13"/>
          <p:cNvGrpSpPr/>
          <p:nvPr/>
        </p:nvGrpSpPr>
        <p:grpSpPr>
          <a:xfrm rot="-5400000">
            <a:off x="1877868" y="1797262"/>
            <a:ext cx="927868" cy="202603"/>
            <a:chOff x="1082850" y="2340833"/>
            <a:chExt cx="2019300" cy="195299"/>
          </a:xfrm>
        </p:grpSpPr>
        <p:sp>
          <p:nvSpPr>
            <p:cNvPr id="335" name="Google Shape;335;p13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6" name="Google Shape;336;p13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37" name="Google Shape;337;p13"/>
          <p:cNvSpPr txBox="1"/>
          <p:nvPr>
            <p:ph idx="1" type="subTitle"/>
          </p:nvPr>
        </p:nvSpPr>
        <p:spPr>
          <a:xfrm>
            <a:off x="749913" y="1749763"/>
            <a:ext cx="1283400" cy="2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 SemiBold"/>
              <a:buNone/>
              <a:defRPr sz="1200">
                <a:solidFill>
                  <a:schemeClr val="accent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38" name="Google Shape;338;p13"/>
          <p:cNvSpPr txBox="1"/>
          <p:nvPr>
            <p:ph idx="2" type="body"/>
          </p:nvPr>
        </p:nvSpPr>
        <p:spPr>
          <a:xfrm>
            <a:off x="2650275" y="1709725"/>
            <a:ext cx="5743800" cy="37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339" name="Google Shape;339;p13"/>
          <p:cNvGrpSpPr/>
          <p:nvPr/>
        </p:nvGrpSpPr>
        <p:grpSpPr>
          <a:xfrm>
            <a:off x="7701292" y="3734734"/>
            <a:ext cx="2277538" cy="2277538"/>
            <a:chOff x="987244" y="313753"/>
            <a:chExt cx="555321" cy="555321"/>
          </a:xfrm>
        </p:grpSpPr>
        <p:grpSp>
          <p:nvGrpSpPr>
            <p:cNvPr id="340" name="Google Shape;340;p13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341" name="Google Shape;341;p1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43" name="Google Shape;343;p1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44" name="Google Shape;344;p1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45" name="Google Shape;345;p13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346" name="Google Shape;346;p1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47" name="Google Shape;347;p1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48" name="Google Shape;348;p1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350" name="Google Shape;350;p13"/>
          <p:cNvGrpSpPr/>
          <p:nvPr/>
        </p:nvGrpSpPr>
        <p:grpSpPr>
          <a:xfrm>
            <a:off x="-459737" y="28963"/>
            <a:ext cx="392675" cy="392675"/>
            <a:chOff x="458050" y="265600"/>
            <a:chExt cx="392675" cy="392675"/>
          </a:xfrm>
        </p:grpSpPr>
        <p:sp>
          <p:nvSpPr>
            <p:cNvPr id="351" name="Google Shape;351;p1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55" name="Google Shape;355;p13"/>
          <p:cNvGrpSpPr/>
          <p:nvPr/>
        </p:nvGrpSpPr>
        <p:grpSpPr>
          <a:xfrm>
            <a:off x="80163" y="28950"/>
            <a:ext cx="392675" cy="392675"/>
            <a:chOff x="458050" y="265600"/>
            <a:chExt cx="392675" cy="392675"/>
          </a:xfrm>
        </p:grpSpPr>
        <p:sp>
          <p:nvSpPr>
            <p:cNvPr id="356" name="Google Shape;356;p1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0" name="Google Shape;360;p13"/>
          <p:cNvGrpSpPr/>
          <p:nvPr/>
        </p:nvGrpSpPr>
        <p:grpSpPr>
          <a:xfrm>
            <a:off x="-195469" y="465897"/>
            <a:ext cx="392675" cy="392675"/>
            <a:chOff x="458050" y="265600"/>
            <a:chExt cx="392675" cy="392675"/>
          </a:xfrm>
        </p:grpSpPr>
        <p:sp>
          <p:nvSpPr>
            <p:cNvPr id="361" name="Google Shape;361;p1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44431" y="465884"/>
            <a:ext cx="392675" cy="392675"/>
            <a:chOff x="458050" y="265600"/>
            <a:chExt cx="392675" cy="392675"/>
          </a:xfrm>
        </p:grpSpPr>
        <p:sp>
          <p:nvSpPr>
            <p:cNvPr id="366" name="Google Shape;366;p1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9" name="Google Shape;369;p1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70" name="Google Shape;370;p13"/>
          <p:cNvGrpSpPr/>
          <p:nvPr/>
        </p:nvGrpSpPr>
        <p:grpSpPr>
          <a:xfrm rot="-5400000">
            <a:off x="1877749" y="2729577"/>
            <a:ext cx="927868" cy="202603"/>
            <a:chOff x="1082850" y="2340833"/>
            <a:chExt cx="2019300" cy="195299"/>
          </a:xfrm>
        </p:grpSpPr>
        <p:sp>
          <p:nvSpPr>
            <p:cNvPr id="371" name="Google Shape;371;p13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73" name="Google Shape;373;p13"/>
          <p:cNvSpPr txBox="1"/>
          <p:nvPr>
            <p:ph idx="3" type="subTitle"/>
          </p:nvPr>
        </p:nvSpPr>
        <p:spPr>
          <a:xfrm>
            <a:off x="749794" y="2682078"/>
            <a:ext cx="1283400" cy="2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SemiBold"/>
              <a:buNone/>
              <a:defRPr sz="1200">
                <a:solidFill>
                  <a:schemeClr val="accent6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4" name="Google Shape;374;p13"/>
          <p:cNvSpPr txBox="1"/>
          <p:nvPr>
            <p:ph idx="4" type="body"/>
          </p:nvPr>
        </p:nvSpPr>
        <p:spPr>
          <a:xfrm>
            <a:off x="2650156" y="2642040"/>
            <a:ext cx="5743800" cy="37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375" name="Google Shape;375;p13"/>
          <p:cNvGrpSpPr/>
          <p:nvPr/>
        </p:nvGrpSpPr>
        <p:grpSpPr>
          <a:xfrm rot="-5400000">
            <a:off x="1877874" y="3657452"/>
            <a:ext cx="927868" cy="202603"/>
            <a:chOff x="1082850" y="2340833"/>
            <a:chExt cx="2019300" cy="195299"/>
          </a:xfrm>
        </p:grpSpPr>
        <p:sp>
          <p:nvSpPr>
            <p:cNvPr id="376" name="Google Shape;376;p13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78" name="Google Shape;378;p13"/>
          <p:cNvSpPr txBox="1"/>
          <p:nvPr>
            <p:ph idx="5" type="subTitle"/>
          </p:nvPr>
        </p:nvSpPr>
        <p:spPr>
          <a:xfrm>
            <a:off x="749919" y="3609953"/>
            <a:ext cx="1283400" cy="2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SemiBold"/>
              <a:buNone/>
              <a:defRPr sz="1200">
                <a:solidFill>
                  <a:schemeClr val="accent3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9" name="Google Shape;379;p13"/>
          <p:cNvSpPr txBox="1"/>
          <p:nvPr>
            <p:ph idx="6" type="body"/>
          </p:nvPr>
        </p:nvSpPr>
        <p:spPr>
          <a:xfrm>
            <a:off x="2650281" y="3569915"/>
            <a:ext cx="5743800" cy="37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CUSTOM_4_1_1">
    <p:bg>
      <p:bgPr>
        <a:solidFill>
          <a:schemeClr val="accent1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14"/>
          <p:cNvGrpSpPr/>
          <p:nvPr/>
        </p:nvGrpSpPr>
        <p:grpSpPr>
          <a:xfrm rot="-5400000">
            <a:off x="1732654" y="2389064"/>
            <a:ext cx="808326" cy="176511"/>
            <a:chOff x="1082850" y="2340833"/>
            <a:chExt cx="2019300" cy="195299"/>
          </a:xfrm>
        </p:grpSpPr>
        <p:sp>
          <p:nvSpPr>
            <p:cNvPr id="382" name="Google Shape;382;p14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3" name="Google Shape;383;p14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84" name="Google Shape;384;p14"/>
          <p:cNvSpPr txBox="1"/>
          <p:nvPr>
            <p:ph idx="1" type="subTitle"/>
          </p:nvPr>
        </p:nvSpPr>
        <p:spPr>
          <a:xfrm>
            <a:off x="749903" y="2347665"/>
            <a:ext cx="1118100" cy="25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 SemiBold"/>
              <a:buNone/>
              <a:defRPr sz="1200">
                <a:solidFill>
                  <a:schemeClr val="accent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5" name="Google Shape;385;p14"/>
          <p:cNvSpPr txBox="1"/>
          <p:nvPr>
            <p:ph idx="2" type="body"/>
          </p:nvPr>
        </p:nvSpPr>
        <p:spPr>
          <a:xfrm>
            <a:off x="2405472" y="2312775"/>
            <a:ext cx="59748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386" name="Google Shape;386;p14"/>
          <p:cNvGrpSpPr/>
          <p:nvPr/>
        </p:nvGrpSpPr>
        <p:grpSpPr>
          <a:xfrm rot="-5400000">
            <a:off x="1732550" y="3201285"/>
            <a:ext cx="808326" cy="176511"/>
            <a:chOff x="1082850" y="2340833"/>
            <a:chExt cx="2019300" cy="195299"/>
          </a:xfrm>
        </p:grpSpPr>
        <p:sp>
          <p:nvSpPr>
            <p:cNvPr id="387" name="Google Shape;387;p14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89" name="Google Shape;389;p14"/>
          <p:cNvSpPr txBox="1"/>
          <p:nvPr>
            <p:ph idx="3" type="subTitle"/>
          </p:nvPr>
        </p:nvSpPr>
        <p:spPr>
          <a:xfrm>
            <a:off x="749799" y="3159886"/>
            <a:ext cx="1118100" cy="25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SemiBold"/>
              <a:buNone/>
              <a:defRPr sz="1200">
                <a:solidFill>
                  <a:schemeClr val="accent6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0" name="Google Shape;390;p14"/>
          <p:cNvSpPr txBox="1"/>
          <p:nvPr>
            <p:ph idx="4" type="body"/>
          </p:nvPr>
        </p:nvSpPr>
        <p:spPr>
          <a:xfrm>
            <a:off x="2405349" y="3124996"/>
            <a:ext cx="59748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391" name="Google Shape;391;p14"/>
          <p:cNvGrpSpPr/>
          <p:nvPr/>
        </p:nvGrpSpPr>
        <p:grpSpPr>
          <a:xfrm rot="-5400000">
            <a:off x="1732659" y="4009637"/>
            <a:ext cx="808326" cy="176511"/>
            <a:chOff x="1082850" y="2340833"/>
            <a:chExt cx="2019300" cy="195299"/>
          </a:xfrm>
        </p:grpSpPr>
        <p:sp>
          <p:nvSpPr>
            <p:cNvPr id="392" name="Google Shape;392;p14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3" name="Google Shape;393;p14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94" name="Google Shape;394;p14"/>
          <p:cNvSpPr txBox="1"/>
          <p:nvPr>
            <p:ph idx="5" type="subTitle"/>
          </p:nvPr>
        </p:nvSpPr>
        <p:spPr>
          <a:xfrm>
            <a:off x="749908" y="3968238"/>
            <a:ext cx="1118100" cy="25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SemiBold"/>
              <a:buNone/>
              <a:defRPr sz="1200">
                <a:solidFill>
                  <a:schemeClr val="accent3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5" name="Google Shape;395;p14"/>
          <p:cNvSpPr txBox="1"/>
          <p:nvPr>
            <p:ph idx="6" type="body"/>
          </p:nvPr>
        </p:nvSpPr>
        <p:spPr>
          <a:xfrm>
            <a:off x="2405479" y="3933350"/>
            <a:ext cx="59748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396" name="Google Shape;396;p14"/>
          <p:cNvGrpSpPr/>
          <p:nvPr/>
        </p:nvGrpSpPr>
        <p:grpSpPr>
          <a:xfrm rot="-5400000">
            <a:off x="1733987" y="1580739"/>
            <a:ext cx="808326" cy="176511"/>
            <a:chOff x="1082850" y="2340833"/>
            <a:chExt cx="2019300" cy="195299"/>
          </a:xfrm>
        </p:grpSpPr>
        <p:sp>
          <p:nvSpPr>
            <p:cNvPr id="397" name="Google Shape;397;p14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99" name="Google Shape;399;p14"/>
          <p:cNvSpPr txBox="1"/>
          <p:nvPr>
            <p:ph idx="7" type="subTitle"/>
          </p:nvPr>
        </p:nvSpPr>
        <p:spPr>
          <a:xfrm>
            <a:off x="751236" y="1539340"/>
            <a:ext cx="1118100" cy="25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 SemiBold"/>
              <a:buNone/>
              <a:defRPr sz="1200">
                <a:solidFill>
                  <a:schemeClr val="accent4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00" name="Google Shape;400;p14"/>
          <p:cNvSpPr txBox="1"/>
          <p:nvPr>
            <p:ph idx="8" type="body"/>
          </p:nvPr>
        </p:nvSpPr>
        <p:spPr>
          <a:xfrm>
            <a:off x="2406806" y="1504450"/>
            <a:ext cx="59748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01" name="Google Shape;401;p14"/>
          <p:cNvSpPr txBox="1"/>
          <p:nvPr>
            <p:ph type="title"/>
          </p:nvPr>
        </p:nvSpPr>
        <p:spPr>
          <a:xfrm>
            <a:off x="311700" y="269951"/>
            <a:ext cx="85206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grpSp>
        <p:nvGrpSpPr>
          <p:cNvPr id="402" name="Google Shape;402;p14"/>
          <p:cNvGrpSpPr/>
          <p:nvPr/>
        </p:nvGrpSpPr>
        <p:grpSpPr>
          <a:xfrm>
            <a:off x="73663" y="4677163"/>
            <a:ext cx="392675" cy="392675"/>
            <a:chOff x="458050" y="265600"/>
            <a:chExt cx="392675" cy="392675"/>
          </a:xfrm>
        </p:grpSpPr>
        <p:sp>
          <p:nvSpPr>
            <p:cNvPr id="403" name="Google Shape;403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07" name="Google Shape;407;p14"/>
          <p:cNvGrpSpPr/>
          <p:nvPr/>
        </p:nvGrpSpPr>
        <p:grpSpPr>
          <a:xfrm>
            <a:off x="613563" y="4677150"/>
            <a:ext cx="392675" cy="392675"/>
            <a:chOff x="458050" y="265600"/>
            <a:chExt cx="392675" cy="392675"/>
          </a:xfrm>
        </p:grpSpPr>
        <p:sp>
          <p:nvSpPr>
            <p:cNvPr id="408" name="Google Shape;408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0" name="Google Shape;410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1" name="Google Shape;411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12" name="Google Shape;412;p14"/>
          <p:cNvGrpSpPr/>
          <p:nvPr/>
        </p:nvGrpSpPr>
        <p:grpSpPr>
          <a:xfrm>
            <a:off x="348063" y="4284488"/>
            <a:ext cx="392675" cy="392675"/>
            <a:chOff x="458050" y="265600"/>
            <a:chExt cx="392675" cy="392675"/>
          </a:xfrm>
        </p:grpSpPr>
        <p:sp>
          <p:nvSpPr>
            <p:cNvPr id="413" name="Google Shape;413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5" name="Google Shape;415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6" name="Google Shape;416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17" name="Google Shape;417;p14"/>
          <p:cNvSpPr/>
          <p:nvPr/>
        </p:nvSpPr>
        <p:spPr>
          <a:xfrm>
            <a:off x="8381600" y="-3575"/>
            <a:ext cx="8436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18" name="Google Shape;418;p14"/>
          <p:cNvGrpSpPr/>
          <p:nvPr/>
        </p:nvGrpSpPr>
        <p:grpSpPr>
          <a:xfrm>
            <a:off x="7788867" y="-840619"/>
            <a:ext cx="2277538" cy="2277538"/>
            <a:chOff x="987244" y="313753"/>
            <a:chExt cx="555321" cy="555321"/>
          </a:xfrm>
        </p:grpSpPr>
        <p:grpSp>
          <p:nvGrpSpPr>
            <p:cNvPr id="419" name="Google Shape;419;p1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420" name="Google Shape;420;p1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21" name="Google Shape;421;p1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22" name="Google Shape;422;p1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23" name="Google Shape;423;p1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24" name="Google Shape;424;p1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425" name="Google Shape;425;p1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26" name="Google Shape;426;p1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27" name="Google Shape;427;p1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28" name="Google Shape;428;p1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 Slide">
  <p:cSld name="CUSTOM_5">
    <p:bg>
      <p:bgPr>
        <a:solidFill>
          <a:schemeClr val="accent5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15"/>
          <p:cNvGrpSpPr/>
          <p:nvPr/>
        </p:nvGrpSpPr>
        <p:grpSpPr>
          <a:xfrm>
            <a:off x="1322434" y="2156088"/>
            <a:ext cx="2277538" cy="2277538"/>
            <a:chOff x="987244" y="313753"/>
            <a:chExt cx="555321" cy="555321"/>
          </a:xfrm>
        </p:grpSpPr>
        <p:grpSp>
          <p:nvGrpSpPr>
            <p:cNvPr id="431" name="Google Shape;431;p15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432" name="Google Shape;432;p1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36" name="Google Shape;436;p15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437" name="Google Shape;437;p1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40" name="Google Shape;440;p1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441" name="Google Shape;441;p15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2" name="Google Shape;442;p15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3" name="Google Shape;443;p15"/>
          <p:cNvSpPr/>
          <p:nvPr>
            <p:ph idx="2" type="pic"/>
          </p:nvPr>
        </p:nvSpPr>
        <p:spPr>
          <a:xfrm>
            <a:off x="2475825" y="1654388"/>
            <a:ext cx="4195800" cy="1621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4" name="Google Shape;444;p15"/>
          <p:cNvSpPr txBox="1"/>
          <p:nvPr>
            <p:ph type="title"/>
          </p:nvPr>
        </p:nvSpPr>
        <p:spPr>
          <a:xfrm>
            <a:off x="311700" y="1246957"/>
            <a:ext cx="8520600" cy="5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45" name="Google Shape;445;p15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46" name="Google Shape;446;p15"/>
          <p:cNvGrpSpPr/>
          <p:nvPr/>
        </p:nvGrpSpPr>
        <p:grpSpPr>
          <a:xfrm>
            <a:off x="73663" y="105163"/>
            <a:ext cx="392675" cy="392675"/>
            <a:chOff x="458050" y="265600"/>
            <a:chExt cx="392675" cy="392675"/>
          </a:xfrm>
        </p:grpSpPr>
        <p:sp>
          <p:nvSpPr>
            <p:cNvPr id="447" name="Google Shape;447;p1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0" name="Google Shape;450;p1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1" name="Google Shape;451;p15"/>
          <p:cNvGrpSpPr/>
          <p:nvPr/>
        </p:nvGrpSpPr>
        <p:grpSpPr>
          <a:xfrm>
            <a:off x="613563" y="105150"/>
            <a:ext cx="392675" cy="392675"/>
            <a:chOff x="458050" y="265600"/>
            <a:chExt cx="392675" cy="392675"/>
          </a:xfrm>
        </p:grpSpPr>
        <p:sp>
          <p:nvSpPr>
            <p:cNvPr id="452" name="Google Shape;452;p1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4" name="Google Shape;454;p1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5" name="Google Shape;455;p1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6" name="Google Shape;456;p15"/>
          <p:cNvGrpSpPr/>
          <p:nvPr/>
        </p:nvGrpSpPr>
        <p:grpSpPr>
          <a:xfrm rot="5400000">
            <a:off x="6932337" y="2581390"/>
            <a:ext cx="392675" cy="392675"/>
            <a:chOff x="458050" y="265600"/>
            <a:chExt cx="392675" cy="392675"/>
          </a:xfrm>
        </p:grpSpPr>
        <p:sp>
          <p:nvSpPr>
            <p:cNvPr id="457" name="Google Shape;457;p1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0" name="Google Shape;460;p1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61" name="Google Shape;461;p15"/>
          <p:cNvGrpSpPr/>
          <p:nvPr/>
        </p:nvGrpSpPr>
        <p:grpSpPr>
          <a:xfrm rot="5400000">
            <a:off x="6627549" y="2968890"/>
            <a:ext cx="392675" cy="392675"/>
            <a:chOff x="458050" y="265600"/>
            <a:chExt cx="392675" cy="392675"/>
          </a:xfrm>
        </p:grpSpPr>
        <p:sp>
          <p:nvSpPr>
            <p:cNvPr id="462" name="Google Shape;462;p1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5" name="Google Shape;465;p1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Exercise">
  <p:cSld name="CUSTOM_6">
    <p:bg>
      <p:bgPr>
        <a:solidFill>
          <a:schemeClr val="lt1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8" name="Google Shape;468;p16"/>
          <p:cNvSpPr txBox="1"/>
          <p:nvPr>
            <p:ph type="title"/>
          </p:nvPr>
        </p:nvSpPr>
        <p:spPr>
          <a:xfrm>
            <a:off x="275400" y="1813225"/>
            <a:ext cx="2734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9" name="Google Shape;469;p16"/>
          <p:cNvSpPr/>
          <p:nvPr/>
        </p:nvSpPr>
        <p:spPr>
          <a:xfrm>
            <a:off x="3201175" y="798750"/>
            <a:ext cx="2734200" cy="17484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6114375" y="798750"/>
            <a:ext cx="2755500" cy="17484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3201175" y="2709625"/>
            <a:ext cx="2734200" cy="17484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6114375" y="2709625"/>
            <a:ext cx="2755500" cy="17484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3" name="Google Shape;473;p16"/>
          <p:cNvSpPr txBox="1"/>
          <p:nvPr>
            <p:ph idx="1" type="body"/>
          </p:nvPr>
        </p:nvSpPr>
        <p:spPr>
          <a:xfrm>
            <a:off x="266675" y="2343252"/>
            <a:ext cx="2755500" cy="9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4" name="Google Shape;474;p16"/>
          <p:cNvSpPr txBox="1"/>
          <p:nvPr>
            <p:ph idx="2" type="subTitle"/>
          </p:nvPr>
        </p:nvSpPr>
        <p:spPr>
          <a:xfrm>
            <a:off x="3350975" y="1006050"/>
            <a:ext cx="2341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75" name="Google Shape;475;p16"/>
          <p:cNvSpPr txBox="1"/>
          <p:nvPr>
            <p:ph idx="3" type="body"/>
          </p:nvPr>
        </p:nvSpPr>
        <p:spPr>
          <a:xfrm>
            <a:off x="3350975" y="1591325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6" name="Google Shape;476;p16"/>
          <p:cNvSpPr txBox="1"/>
          <p:nvPr>
            <p:ph idx="4" type="subTitle"/>
          </p:nvPr>
        </p:nvSpPr>
        <p:spPr>
          <a:xfrm>
            <a:off x="6321525" y="1007413"/>
            <a:ext cx="2341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77" name="Google Shape;477;p16"/>
          <p:cNvSpPr txBox="1"/>
          <p:nvPr>
            <p:ph idx="5" type="body"/>
          </p:nvPr>
        </p:nvSpPr>
        <p:spPr>
          <a:xfrm>
            <a:off x="6321525" y="1592688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8" name="Google Shape;478;p16"/>
          <p:cNvSpPr txBox="1"/>
          <p:nvPr>
            <p:ph idx="6" type="subTitle"/>
          </p:nvPr>
        </p:nvSpPr>
        <p:spPr>
          <a:xfrm>
            <a:off x="3315125" y="2918288"/>
            <a:ext cx="2341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79" name="Google Shape;479;p16"/>
          <p:cNvSpPr txBox="1"/>
          <p:nvPr>
            <p:ph idx="7" type="body"/>
          </p:nvPr>
        </p:nvSpPr>
        <p:spPr>
          <a:xfrm>
            <a:off x="3315125" y="3503563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0" name="Google Shape;480;p16"/>
          <p:cNvSpPr txBox="1"/>
          <p:nvPr>
            <p:ph idx="8" type="subTitle"/>
          </p:nvPr>
        </p:nvSpPr>
        <p:spPr>
          <a:xfrm>
            <a:off x="6321525" y="2918288"/>
            <a:ext cx="2341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81" name="Google Shape;481;p16"/>
          <p:cNvSpPr txBox="1"/>
          <p:nvPr>
            <p:ph idx="9" type="body"/>
          </p:nvPr>
        </p:nvSpPr>
        <p:spPr>
          <a:xfrm>
            <a:off x="6321525" y="3503563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grpSp>
        <p:nvGrpSpPr>
          <p:cNvPr id="482" name="Google Shape;482;p16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483" name="Google Shape;483;p16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484" name="Google Shape;484;p1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5" name="Google Shape;485;p1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6" name="Google Shape;486;p1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7" name="Google Shape;487;p1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88" name="Google Shape;488;p16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489" name="Google Shape;489;p1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90" name="Google Shape;490;p1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91" name="Google Shape;491;p1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92" name="Google Shape;492;p1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493" name="Google Shape;493;p16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94" name="Google Shape;494;p16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495" name="Google Shape;495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99" name="Google Shape;499;p16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500" name="Google Shape;500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2" name="Google Shape;502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3" name="Google Shape;503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04" name="Google Shape;504;p16"/>
          <p:cNvGrpSpPr/>
          <p:nvPr/>
        </p:nvGrpSpPr>
        <p:grpSpPr>
          <a:xfrm rot="5400000">
            <a:off x="44813" y="3614757"/>
            <a:ext cx="230579" cy="230579"/>
            <a:chOff x="458050" y="265600"/>
            <a:chExt cx="392675" cy="392675"/>
          </a:xfrm>
        </p:grpSpPr>
        <p:sp>
          <p:nvSpPr>
            <p:cNvPr id="505" name="Google Shape;505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7" name="Google Shape;507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8" name="Google Shape;508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09" name="Google Shape;509;p16"/>
          <p:cNvGrpSpPr/>
          <p:nvPr/>
        </p:nvGrpSpPr>
        <p:grpSpPr>
          <a:xfrm rot="5400000">
            <a:off x="44827" y="3888613"/>
            <a:ext cx="230579" cy="230579"/>
            <a:chOff x="458050" y="265600"/>
            <a:chExt cx="392675" cy="392675"/>
          </a:xfrm>
        </p:grpSpPr>
        <p:sp>
          <p:nvSpPr>
            <p:cNvPr id="510" name="Google Shape;510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2" name="Google Shape;512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3" name="Google Shape;513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14" name="Google Shape;514;p16"/>
          <p:cNvGrpSpPr/>
          <p:nvPr/>
        </p:nvGrpSpPr>
        <p:grpSpPr>
          <a:xfrm rot="5400000">
            <a:off x="275388" y="3772932"/>
            <a:ext cx="230579" cy="230579"/>
            <a:chOff x="458050" y="265600"/>
            <a:chExt cx="392675" cy="392675"/>
          </a:xfrm>
        </p:grpSpPr>
        <p:sp>
          <p:nvSpPr>
            <p:cNvPr id="515" name="Google Shape;515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7" name="Google Shape;517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8" name="Google Shape;518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19" name="Google Shape;519;p16"/>
          <p:cNvGrpSpPr/>
          <p:nvPr/>
        </p:nvGrpSpPr>
        <p:grpSpPr>
          <a:xfrm rot="5400000">
            <a:off x="275402" y="4046788"/>
            <a:ext cx="230579" cy="230579"/>
            <a:chOff x="458050" y="265600"/>
            <a:chExt cx="392675" cy="392675"/>
          </a:xfrm>
        </p:grpSpPr>
        <p:sp>
          <p:nvSpPr>
            <p:cNvPr id="520" name="Google Shape;520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22" name="Google Shape;522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23" name="Google Shape;523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CUSTOM_6_1">
    <p:bg>
      <p:bgPr>
        <a:solidFill>
          <a:schemeClr val="lt1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7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6" name="Google Shape;526;p17"/>
          <p:cNvSpPr txBox="1"/>
          <p:nvPr>
            <p:ph type="title"/>
          </p:nvPr>
        </p:nvSpPr>
        <p:spPr>
          <a:xfrm>
            <a:off x="275400" y="2255325"/>
            <a:ext cx="2734200" cy="60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27" name="Google Shape;527;p17"/>
          <p:cNvSpPr/>
          <p:nvPr/>
        </p:nvSpPr>
        <p:spPr>
          <a:xfrm>
            <a:off x="3201175" y="798750"/>
            <a:ext cx="2734200" cy="17484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6114375" y="798750"/>
            <a:ext cx="2755500" cy="17484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3201175" y="2709625"/>
            <a:ext cx="2734200" cy="17484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6114375" y="2709625"/>
            <a:ext cx="2755500" cy="17484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1" name="Google Shape;531;p17"/>
          <p:cNvSpPr txBox="1"/>
          <p:nvPr>
            <p:ph idx="1" type="subTitle"/>
          </p:nvPr>
        </p:nvSpPr>
        <p:spPr>
          <a:xfrm>
            <a:off x="3415088" y="1006050"/>
            <a:ext cx="22938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2" name="Google Shape;532;p17"/>
          <p:cNvSpPr txBox="1"/>
          <p:nvPr>
            <p:ph idx="2" type="body"/>
          </p:nvPr>
        </p:nvSpPr>
        <p:spPr>
          <a:xfrm>
            <a:off x="3415088" y="1591325"/>
            <a:ext cx="22938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3" name="Google Shape;533;p17"/>
          <p:cNvSpPr txBox="1"/>
          <p:nvPr>
            <p:ph idx="3" type="subTitle"/>
          </p:nvPr>
        </p:nvSpPr>
        <p:spPr>
          <a:xfrm>
            <a:off x="6321525" y="1007413"/>
            <a:ext cx="2341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4" name="Google Shape;534;p17"/>
          <p:cNvSpPr txBox="1"/>
          <p:nvPr>
            <p:ph idx="4" type="body"/>
          </p:nvPr>
        </p:nvSpPr>
        <p:spPr>
          <a:xfrm>
            <a:off x="6321525" y="1592688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5" name="Google Shape;535;p17"/>
          <p:cNvSpPr txBox="1"/>
          <p:nvPr>
            <p:ph idx="5" type="subTitle"/>
          </p:nvPr>
        </p:nvSpPr>
        <p:spPr>
          <a:xfrm>
            <a:off x="3401400" y="2918288"/>
            <a:ext cx="2341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6" name="Google Shape;536;p17"/>
          <p:cNvSpPr txBox="1"/>
          <p:nvPr>
            <p:ph idx="6" type="body"/>
          </p:nvPr>
        </p:nvSpPr>
        <p:spPr>
          <a:xfrm>
            <a:off x="3401400" y="3503563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7" name="Google Shape;537;p17"/>
          <p:cNvSpPr txBox="1"/>
          <p:nvPr>
            <p:ph idx="7" type="subTitle"/>
          </p:nvPr>
        </p:nvSpPr>
        <p:spPr>
          <a:xfrm>
            <a:off x="6321525" y="2918288"/>
            <a:ext cx="2341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8" name="Google Shape;538;p17"/>
          <p:cNvSpPr txBox="1"/>
          <p:nvPr>
            <p:ph idx="8" type="body"/>
          </p:nvPr>
        </p:nvSpPr>
        <p:spPr>
          <a:xfrm>
            <a:off x="6321525" y="3503563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grpSp>
        <p:nvGrpSpPr>
          <p:cNvPr id="539" name="Google Shape;539;p17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540" name="Google Shape;540;p17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541" name="Google Shape;541;p17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42" name="Google Shape;542;p17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43" name="Google Shape;543;p17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44" name="Google Shape;544;p17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45" name="Google Shape;545;p17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546" name="Google Shape;546;p17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47" name="Google Shape;547;p17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48" name="Google Shape;548;p17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49" name="Google Shape;549;p17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550" name="Google Shape;550;p17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51" name="Google Shape;551;p17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552" name="Google Shape;552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3" name="Google Shape;553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4" name="Google Shape;554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5" name="Google Shape;555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56" name="Google Shape;556;p17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557" name="Google Shape;557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8" name="Google Shape;558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9" name="Google Shape;559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0" name="Google Shape;560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61" name="Google Shape;561;p17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562" name="Google Shape;562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4" name="Google Shape;564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5" name="Google Shape;565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66" name="Google Shape;566;p17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567" name="Google Shape;567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9" name="Google Shape;569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0" name="Google Shape;570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71" name="Google Shape;571;p17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572" name="Google Shape;572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4" name="Google Shape;574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5" name="Google Shape;575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76" name="Google Shape;576;p17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577" name="Google Shape;577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9" name="Google Shape;579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0" name="Google Shape;580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3">
  <p:cSld name="CUSTOM_6_1_1">
    <p:bg>
      <p:bgPr>
        <a:solidFill>
          <a:schemeClr val="lt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8"/>
          <p:cNvSpPr/>
          <p:nvPr/>
        </p:nvSpPr>
        <p:spPr>
          <a:xfrm>
            <a:off x="6742050" y="-27225"/>
            <a:ext cx="24018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3" name="Google Shape;583;p18"/>
          <p:cNvSpPr txBox="1"/>
          <p:nvPr>
            <p:ph type="title"/>
          </p:nvPr>
        </p:nvSpPr>
        <p:spPr>
          <a:xfrm>
            <a:off x="275400" y="2255325"/>
            <a:ext cx="3228300" cy="60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84" name="Google Shape;584;p18"/>
          <p:cNvSpPr/>
          <p:nvPr/>
        </p:nvSpPr>
        <p:spPr>
          <a:xfrm>
            <a:off x="5474800" y="507100"/>
            <a:ext cx="3395100" cy="11322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5" name="Google Shape;585;p18"/>
          <p:cNvSpPr txBox="1"/>
          <p:nvPr>
            <p:ph idx="1" type="subTitle"/>
          </p:nvPr>
        </p:nvSpPr>
        <p:spPr>
          <a:xfrm>
            <a:off x="5730031" y="665200"/>
            <a:ext cx="28845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M Sans Medium"/>
              <a:buNone/>
              <a:defRPr sz="1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6" name="Google Shape;586;p18"/>
          <p:cNvSpPr txBox="1"/>
          <p:nvPr>
            <p:ph idx="2" type="body"/>
          </p:nvPr>
        </p:nvSpPr>
        <p:spPr>
          <a:xfrm>
            <a:off x="5730031" y="1250479"/>
            <a:ext cx="2884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grpSp>
        <p:nvGrpSpPr>
          <p:cNvPr id="587" name="Google Shape;587;p18"/>
          <p:cNvGrpSpPr/>
          <p:nvPr/>
        </p:nvGrpSpPr>
        <p:grpSpPr>
          <a:xfrm>
            <a:off x="8324707" y="-874113"/>
            <a:ext cx="1572280" cy="1572280"/>
            <a:chOff x="987244" y="313753"/>
            <a:chExt cx="555321" cy="555321"/>
          </a:xfrm>
        </p:grpSpPr>
        <p:grpSp>
          <p:nvGrpSpPr>
            <p:cNvPr id="588" name="Google Shape;588;p18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589" name="Google Shape;589;p1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0" name="Google Shape;590;p1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1" name="Google Shape;591;p1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2" name="Google Shape;592;p1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93" name="Google Shape;593;p18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594" name="Google Shape;594;p1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5" name="Google Shape;595;p1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6" name="Google Shape;596;p1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7" name="Google Shape;597;p1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598" name="Google Shape;598;p18"/>
          <p:cNvGrpSpPr/>
          <p:nvPr/>
        </p:nvGrpSpPr>
        <p:grpSpPr>
          <a:xfrm rot="5400000">
            <a:off x="126313" y="48982"/>
            <a:ext cx="230579" cy="230579"/>
            <a:chOff x="458050" y="265600"/>
            <a:chExt cx="392675" cy="392675"/>
          </a:xfrm>
        </p:grpSpPr>
        <p:sp>
          <p:nvSpPr>
            <p:cNvPr id="599" name="Google Shape;599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1" name="Google Shape;601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2" name="Google Shape;602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03" name="Google Shape;603;p18"/>
          <p:cNvGrpSpPr/>
          <p:nvPr/>
        </p:nvGrpSpPr>
        <p:grpSpPr>
          <a:xfrm rot="5400000">
            <a:off x="-52648" y="276513"/>
            <a:ext cx="230579" cy="230579"/>
            <a:chOff x="458050" y="265600"/>
            <a:chExt cx="392675" cy="392675"/>
          </a:xfrm>
        </p:grpSpPr>
        <p:sp>
          <p:nvSpPr>
            <p:cNvPr id="604" name="Google Shape;604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6" name="Google Shape;606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7" name="Google Shape;607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08" name="Google Shape;608;p18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609" name="Google Shape;609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1" name="Google Shape;611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2" name="Google Shape;612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13" name="Google Shape;613;p18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614" name="Google Shape;614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6" name="Google Shape;616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7" name="Google Shape;617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18" name="Google Shape;618;p18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619" name="Google Shape;619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1" name="Google Shape;621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23" name="Google Shape;623;p18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624" name="Google Shape;624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28" name="Google Shape;628;p18"/>
          <p:cNvSpPr/>
          <p:nvPr/>
        </p:nvSpPr>
        <p:spPr>
          <a:xfrm>
            <a:off x="5474775" y="2033475"/>
            <a:ext cx="3395100" cy="11322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9" name="Google Shape;629;p18"/>
          <p:cNvSpPr txBox="1"/>
          <p:nvPr>
            <p:ph idx="3" type="subTitle"/>
          </p:nvPr>
        </p:nvSpPr>
        <p:spPr>
          <a:xfrm>
            <a:off x="5730031" y="2191575"/>
            <a:ext cx="28845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M Sans Medium"/>
              <a:buNone/>
              <a:defRPr sz="1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0" name="Google Shape;630;p18"/>
          <p:cNvSpPr txBox="1"/>
          <p:nvPr>
            <p:ph idx="4" type="body"/>
          </p:nvPr>
        </p:nvSpPr>
        <p:spPr>
          <a:xfrm>
            <a:off x="5730031" y="2776854"/>
            <a:ext cx="2884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1" name="Google Shape;631;p18"/>
          <p:cNvSpPr/>
          <p:nvPr/>
        </p:nvSpPr>
        <p:spPr>
          <a:xfrm>
            <a:off x="5474800" y="3559850"/>
            <a:ext cx="3395100" cy="1132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2" name="Google Shape;632;p18"/>
          <p:cNvSpPr txBox="1"/>
          <p:nvPr>
            <p:ph idx="5" type="subTitle"/>
          </p:nvPr>
        </p:nvSpPr>
        <p:spPr>
          <a:xfrm>
            <a:off x="5730031" y="3717950"/>
            <a:ext cx="28845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M Sans Medium"/>
              <a:buNone/>
              <a:defRPr sz="1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3" name="Google Shape;633;p18"/>
          <p:cNvSpPr txBox="1"/>
          <p:nvPr>
            <p:ph idx="6" type="body"/>
          </p:nvPr>
        </p:nvSpPr>
        <p:spPr>
          <a:xfrm>
            <a:off x="5730031" y="4303229"/>
            <a:ext cx="2884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CUSTOM_12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9"/>
          <p:cNvSpPr txBox="1"/>
          <p:nvPr>
            <p:ph type="title"/>
          </p:nvPr>
        </p:nvSpPr>
        <p:spPr>
          <a:xfrm>
            <a:off x="516150" y="269950"/>
            <a:ext cx="81117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36" name="Google Shape;636;p19"/>
          <p:cNvSpPr txBox="1"/>
          <p:nvPr>
            <p:ph idx="1" type="subTitle"/>
          </p:nvPr>
        </p:nvSpPr>
        <p:spPr>
          <a:xfrm>
            <a:off x="450938" y="1830025"/>
            <a:ext cx="16689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7" name="Google Shape;637;p19"/>
          <p:cNvSpPr txBox="1"/>
          <p:nvPr>
            <p:ph idx="2" type="body"/>
          </p:nvPr>
        </p:nvSpPr>
        <p:spPr>
          <a:xfrm>
            <a:off x="450938" y="2655500"/>
            <a:ext cx="16689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8" name="Google Shape;638;p19"/>
          <p:cNvSpPr txBox="1"/>
          <p:nvPr>
            <p:ph idx="3" type="subTitle"/>
          </p:nvPr>
        </p:nvSpPr>
        <p:spPr>
          <a:xfrm>
            <a:off x="2584504" y="1830025"/>
            <a:ext cx="16689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9" name="Google Shape;639;p19"/>
          <p:cNvSpPr txBox="1"/>
          <p:nvPr>
            <p:ph idx="4" type="body"/>
          </p:nvPr>
        </p:nvSpPr>
        <p:spPr>
          <a:xfrm>
            <a:off x="2584504" y="2655500"/>
            <a:ext cx="16689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0" name="Google Shape;640;p19"/>
          <p:cNvSpPr txBox="1"/>
          <p:nvPr>
            <p:ph idx="5" type="subTitle"/>
          </p:nvPr>
        </p:nvSpPr>
        <p:spPr>
          <a:xfrm>
            <a:off x="4718071" y="1830025"/>
            <a:ext cx="16689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1" name="Google Shape;641;p19"/>
          <p:cNvSpPr txBox="1"/>
          <p:nvPr>
            <p:ph idx="6" type="body"/>
          </p:nvPr>
        </p:nvSpPr>
        <p:spPr>
          <a:xfrm>
            <a:off x="4718071" y="2655500"/>
            <a:ext cx="16689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2" name="Google Shape;642;p19"/>
          <p:cNvSpPr txBox="1"/>
          <p:nvPr>
            <p:ph idx="7" type="subTitle"/>
          </p:nvPr>
        </p:nvSpPr>
        <p:spPr>
          <a:xfrm>
            <a:off x="6851621" y="1830025"/>
            <a:ext cx="16689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3" name="Google Shape;643;p19"/>
          <p:cNvSpPr txBox="1"/>
          <p:nvPr>
            <p:ph idx="8" type="body"/>
          </p:nvPr>
        </p:nvSpPr>
        <p:spPr>
          <a:xfrm>
            <a:off x="6851621" y="2655500"/>
            <a:ext cx="16689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4" name="Google Shape;644;p19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5" name="Google Shape;645;p19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47" name="Google Shape;647;p19"/>
          <p:cNvGrpSpPr/>
          <p:nvPr/>
        </p:nvGrpSpPr>
        <p:grpSpPr>
          <a:xfrm>
            <a:off x="73663" y="105163"/>
            <a:ext cx="392675" cy="392675"/>
            <a:chOff x="458050" y="265600"/>
            <a:chExt cx="392675" cy="392675"/>
          </a:xfrm>
        </p:grpSpPr>
        <p:sp>
          <p:nvSpPr>
            <p:cNvPr id="648" name="Google Shape;648;p1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0" name="Google Shape;650;p1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1" name="Google Shape;651;p1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52" name="Google Shape;652;p19"/>
          <p:cNvGrpSpPr/>
          <p:nvPr/>
        </p:nvGrpSpPr>
        <p:grpSpPr>
          <a:xfrm>
            <a:off x="613563" y="105150"/>
            <a:ext cx="392675" cy="392675"/>
            <a:chOff x="458050" y="265600"/>
            <a:chExt cx="392675" cy="392675"/>
          </a:xfrm>
        </p:grpSpPr>
        <p:sp>
          <p:nvSpPr>
            <p:cNvPr id="653" name="Google Shape;653;p1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4" name="Google Shape;654;p1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5" name="Google Shape;655;p1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6" name="Google Shape;656;p1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CUSTOM_12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0"/>
          <p:cNvSpPr txBox="1"/>
          <p:nvPr>
            <p:ph type="title"/>
          </p:nvPr>
        </p:nvSpPr>
        <p:spPr>
          <a:xfrm>
            <a:off x="516150" y="269950"/>
            <a:ext cx="81117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59" name="Google Shape;659;p20"/>
          <p:cNvSpPr txBox="1"/>
          <p:nvPr>
            <p:ph idx="1" type="subTitle"/>
          </p:nvPr>
        </p:nvSpPr>
        <p:spPr>
          <a:xfrm>
            <a:off x="450954" y="1786100"/>
            <a:ext cx="22326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60" name="Google Shape;660;p20"/>
          <p:cNvSpPr txBox="1"/>
          <p:nvPr>
            <p:ph idx="2" type="body"/>
          </p:nvPr>
        </p:nvSpPr>
        <p:spPr>
          <a:xfrm>
            <a:off x="450954" y="2611575"/>
            <a:ext cx="22326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1" name="Google Shape;661;p20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2" name="Google Shape;662;p20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64" name="Google Shape;664;p20"/>
          <p:cNvGrpSpPr/>
          <p:nvPr/>
        </p:nvGrpSpPr>
        <p:grpSpPr>
          <a:xfrm>
            <a:off x="73663" y="105163"/>
            <a:ext cx="392675" cy="392675"/>
            <a:chOff x="458050" y="265600"/>
            <a:chExt cx="392675" cy="392675"/>
          </a:xfrm>
        </p:grpSpPr>
        <p:sp>
          <p:nvSpPr>
            <p:cNvPr id="665" name="Google Shape;665;p2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7" name="Google Shape;667;p2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8" name="Google Shape;668;p2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69" name="Google Shape;669;p20"/>
          <p:cNvGrpSpPr/>
          <p:nvPr/>
        </p:nvGrpSpPr>
        <p:grpSpPr>
          <a:xfrm>
            <a:off x="613563" y="105150"/>
            <a:ext cx="392675" cy="392675"/>
            <a:chOff x="458050" y="265600"/>
            <a:chExt cx="392675" cy="392675"/>
          </a:xfrm>
        </p:grpSpPr>
        <p:sp>
          <p:nvSpPr>
            <p:cNvPr id="670" name="Google Shape;670;p2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2" name="Google Shape;672;p2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3" name="Google Shape;673;p2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74" name="Google Shape;674;p20"/>
          <p:cNvSpPr txBox="1"/>
          <p:nvPr>
            <p:ph idx="3" type="subTitle"/>
          </p:nvPr>
        </p:nvSpPr>
        <p:spPr>
          <a:xfrm>
            <a:off x="6293054" y="1786100"/>
            <a:ext cx="22326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75" name="Google Shape;675;p20"/>
          <p:cNvSpPr txBox="1"/>
          <p:nvPr>
            <p:ph idx="4" type="body"/>
          </p:nvPr>
        </p:nvSpPr>
        <p:spPr>
          <a:xfrm>
            <a:off x="6293054" y="2611575"/>
            <a:ext cx="22326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6" name="Google Shape;676;p20"/>
          <p:cNvSpPr txBox="1"/>
          <p:nvPr>
            <p:ph idx="5" type="subTitle"/>
          </p:nvPr>
        </p:nvSpPr>
        <p:spPr>
          <a:xfrm>
            <a:off x="3405754" y="1786100"/>
            <a:ext cx="22326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77" name="Google Shape;677;p20"/>
          <p:cNvSpPr txBox="1"/>
          <p:nvPr>
            <p:ph idx="6" type="body"/>
          </p:nvPr>
        </p:nvSpPr>
        <p:spPr>
          <a:xfrm>
            <a:off x="3405754" y="2611575"/>
            <a:ext cx="22326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CUSTOM_12_1_1">
    <p:bg>
      <p:bgPr>
        <a:solidFill>
          <a:schemeClr val="lt2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1"/>
          <p:cNvSpPr/>
          <p:nvPr/>
        </p:nvSpPr>
        <p:spPr>
          <a:xfrm>
            <a:off x="-150" y="3768575"/>
            <a:ext cx="9144000" cy="137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0" name="Google Shape;680;p21"/>
          <p:cNvSpPr/>
          <p:nvPr/>
        </p:nvSpPr>
        <p:spPr>
          <a:xfrm>
            <a:off x="463825" y="1350075"/>
            <a:ext cx="2461200" cy="28077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1" name="Google Shape;681;p21"/>
          <p:cNvSpPr txBox="1"/>
          <p:nvPr>
            <p:ph type="title"/>
          </p:nvPr>
        </p:nvSpPr>
        <p:spPr>
          <a:xfrm>
            <a:off x="516150" y="269950"/>
            <a:ext cx="81117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82" name="Google Shape;682;p21"/>
          <p:cNvSpPr txBox="1"/>
          <p:nvPr>
            <p:ph idx="1" type="subTitle"/>
          </p:nvPr>
        </p:nvSpPr>
        <p:spPr>
          <a:xfrm>
            <a:off x="624875" y="1786100"/>
            <a:ext cx="21414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 Medium"/>
              <a:buNone/>
              <a:defRPr sz="20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83" name="Google Shape;683;p21"/>
          <p:cNvSpPr txBox="1"/>
          <p:nvPr>
            <p:ph idx="2" type="body"/>
          </p:nvPr>
        </p:nvSpPr>
        <p:spPr>
          <a:xfrm>
            <a:off x="624875" y="2874075"/>
            <a:ext cx="2141400" cy="9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84" name="Google Shape;684;p21"/>
          <p:cNvSpPr/>
          <p:nvPr/>
        </p:nvSpPr>
        <p:spPr>
          <a:xfrm>
            <a:off x="-820649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85" name="Google Shape;685;p21"/>
          <p:cNvGrpSpPr/>
          <p:nvPr/>
        </p:nvGrpSpPr>
        <p:grpSpPr>
          <a:xfrm>
            <a:off x="8588388" y="105163"/>
            <a:ext cx="392675" cy="392675"/>
            <a:chOff x="458050" y="265600"/>
            <a:chExt cx="392675" cy="392675"/>
          </a:xfrm>
        </p:grpSpPr>
        <p:sp>
          <p:nvSpPr>
            <p:cNvPr id="686" name="Google Shape;686;p2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87" name="Google Shape;687;p2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88" name="Google Shape;688;p2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89" name="Google Shape;689;p2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90" name="Google Shape;690;p21"/>
          <p:cNvGrpSpPr/>
          <p:nvPr/>
        </p:nvGrpSpPr>
        <p:grpSpPr>
          <a:xfrm>
            <a:off x="9128288" y="105150"/>
            <a:ext cx="392675" cy="392675"/>
            <a:chOff x="458050" y="265600"/>
            <a:chExt cx="392675" cy="392675"/>
          </a:xfrm>
        </p:grpSpPr>
        <p:sp>
          <p:nvSpPr>
            <p:cNvPr id="691" name="Google Shape;691;p2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2" name="Google Shape;692;p2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3" name="Google Shape;693;p2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4" name="Google Shape;694;p2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95" name="Google Shape;695;p21"/>
          <p:cNvSpPr/>
          <p:nvPr/>
        </p:nvSpPr>
        <p:spPr>
          <a:xfrm>
            <a:off x="6114375" y="1350075"/>
            <a:ext cx="2461200" cy="28077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6" name="Google Shape;696;p21"/>
          <p:cNvSpPr txBox="1"/>
          <p:nvPr>
            <p:ph idx="3" type="subTitle"/>
          </p:nvPr>
        </p:nvSpPr>
        <p:spPr>
          <a:xfrm>
            <a:off x="6275425" y="1786100"/>
            <a:ext cx="21414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 Medium"/>
              <a:buNone/>
              <a:defRPr sz="20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97" name="Google Shape;697;p21"/>
          <p:cNvSpPr txBox="1"/>
          <p:nvPr>
            <p:ph idx="4" type="body"/>
          </p:nvPr>
        </p:nvSpPr>
        <p:spPr>
          <a:xfrm>
            <a:off x="6275425" y="2874075"/>
            <a:ext cx="2141400" cy="9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98" name="Google Shape;698;p21"/>
          <p:cNvSpPr/>
          <p:nvPr/>
        </p:nvSpPr>
        <p:spPr>
          <a:xfrm>
            <a:off x="3289100" y="1350075"/>
            <a:ext cx="2461200" cy="28077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9" name="Google Shape;699;p21"/>
          <p:cNvSpPr txBox="1"/>
          <p:nvPr>
            <p:ph idx="5" type="subTitle"/>
          </p:nvPr>
        </p:nvSpPr>
        <p:spPr>
          <a:xfrm>
            <a:off x="3450150" y="1786100"/>
            <a:ext cx="21414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 Medium"/>
              <a:buNone/>
              <a:defRPr sz="20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00" name="Google Shape;700;p21"/>
          <p:cNvSpPr txBox="1"/>
          <p:nvPr>
            <p:ph idx="6" type="body"/>
          </p:nvPr>
        </p:nvSpPr>
        <p:spPr>
          <a:xfrm>
            <a:off x="3450150" y="2874075"/>
            <a:ext cx="2141400" cy="9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7">
    <p:bg>
      <p:bgPr>
        <a:solidFill>
          <a:schemeClr val="accent5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2"/>
          <p:cNvSpPr/>
          <p:nvPr/>
        </p:nvSpPr>
        <p:spPr>
          <a:xfrm flipH="1">
            <a:off x="6029550" y="1195474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3" name="Google Shape;703;p22"/>
          <p:cNvSpPr/>
          <p:nvPr/>
        </p:nvSpPr>
        <p:spPr>
          <a:xfrm flipH="1">
            <a:off x="1903351" y="1918650"/>
            <a:ext cx="4569900" cy="1915800"/>
          </a:xfrm>
          <a:prstGeom prst="snip2DiagRect">
            <a:avLst>
              <a:gd fmla="val 0" name="adj1"/>
              <a:gd fmla="val 24581" name="adj2"/>
            </a:avLst>
          </a:prstGeom>
          <a:solidFill>
            <a:schemeClr val="accent3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4" name="Google Shape;704;p22"/>
          <p:cNvSpPr/>
          <p:nvPr/>
        </p:nvSpPr>
        <p:spPr>
          <a:xfrm flipH="1">
            <a:off x="2055751" y="1766250"/>
            <a:ext cx="4569900" cy="1915800"/>
          </a:xfrm>
          <a:prstGeom prst="snip2DiagRect">
            <a:avLst>
              <a:gd fmla="val 0" name="adj1"/>
              <a:gd fmla="val 24581" name="adj2"/>
            </a:avLst>
          </a:prstGeom>
          <a:solidFill>
            <a:schemeClr val="accent6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5" name="Google Shape;705;p22"/>
          <p:cNvSpPr/>
          <p:nvPr/>
        </p:nvSpPr>
        <p:spPr>
          <a:xfrm flipH="1">
            <a:off x="2208151" y="1613850"/>
            <a:ext cx="4569900" cy="1915800"/>
          </a:xfrm>
          <a:prstGeom prst="snip2DiagRect">
            <a:avLst>
              <a:gd fmla="val 0" name="adj1"/>
              <a:gd fmla="val 24581" name="adj2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6" name="Google Shape;706;p22"/>
          <p:cNvSpPr/>
          <p:nvPr/>
        </p:nvSpPr>
        <p:spPr>
          <a:xfrm>
            <a:off x="-60650" y="5022275"/>
            <a:ext cx="3819000" cy="16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7" name="Google Shape;707;p22"/>
          <p:cNvSpPr/>
          <p:nvPr/>
        </p:nvSpPr>
        <p:spPr>
          <a:xfrm>
            <a:off x="-60650" y="2057225"/>
            <a:ext cx="177000" cy="304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8" name="Google Shape;708;p22"/>
          <p:cNvSpPr/>
          <p:nvPr/>
        </p:nvSpPr>
        <p:spPr>
          <a:xfrm rot="10800000">
            <a:off x="7811975" y="-86625"/>
            <a:ext cx="1486200" cy="68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9" name="Google Shape;709;p22"/>
          <p:cNvSpPr/>
          <p:nvPr/>
        </p:nvSpPr>
        <p:spPr>
          <a:xfrm rot="10800000">
            <a:off x="8869950" y="471375"/>
            <a:ext cx="424800" cy="18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0" name="Google Shape;710;p22"/>
          <p:cNvSpPr txBox="1"/>
          <p:nvPr>
            <p:ph type="title"/>
          </p:nvPr>
        </p:nvSpPr>
        <p:spPr>
          <a:xfrm>
            <a:off x="2626207" y="2342700"/>
            <a:ext cx="38916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711" name="Google Shape;711;p22"/>
          <p:cNvGrpSpPr/>
          <p:nvPr/>
        </p:nvGrpSpPr>
        <p:grpSpPr>
          <a:xfrm>
            <a:off x="-482802" y="3349356"/>
            <a:ext cx="2277538" cy="2277538"/>
            <a:chOff x="987244" y="313753"/>
            <a:chExt cx="555321" cy="555321"/>
          </a:xfrm>
        </p:grpSpPr>
        <p:grpSp>
          <p:nvGrpSpPr>
            <p:cNvPr id="712" name="Google Shape;712;p2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713" name="Google Shape;713;p2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14" name="Google Shape;714;p2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15" name="Google Shape;715;p2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16" name="Google Shape;716;p2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717" name="Google Shape;717;p2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718" name="Google Shape;718;p2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19" name="Google Shape;719;p2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20" name="Google Shape;720;p2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21" name="Google Shape;721;p2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722" name="Google Shape;722;p22"/>
          <p:cNvGrpSpPr/>
          <p:nvPr/>
        </p:nvGrpSpPr>
        <p:grpSpPr>
          <a:xfrm flipH="1" rot="10800000">
            <a:off x="8137738" y="153313"/>
            <a:ext cx="392675" cy="392675"/>
            <a:chOff x="458050" y="265600"/>
            <a:chExt cx="392675" cy="392675"/>
          </a:xfrm>
        </p:grpSpPr>
        <p:sp>
          <p:nvSpPr>
            <p:cNvPr id="723" name="Google Shape;723;p2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25" name="Google Shape;725;p2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26" name="Google Shape;726;p2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27" name="Google Shape;727;p22"/>
          <p:cNvGrpSpPr/>
          <p:nvPr/>
        </p:nvGrpSpPr>
        <p:grpSpPr>
          <a:xfrm flipH="1" rot="10800000">
            <a:off x="8677638" y="153325"/>
            <a:ext cx="392675" cy="392675"/>
            <a:chOff x="458050" y="265600"/>
            <a:chExt cx="392675" cy="392675"/>
          </a:xfrm>
        </p:grpSpPr>
        <p:sp>
          <p:nvSpPr>
            <p:cNvPr id="728" name="Google Shape;728;p2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0" name="Google Shape;730;p2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1" name="Google Shape;731;p2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32" name="Google Shape;732;p22"/>
          <p:cNvGrpSpPr/>
          <p:nvPr/>
        </p:nvGrpSpPr>
        <p:grpSpPr>
          <a:xfrm flipH="1" rot="10800000">
            <a:off x="8412138" y="545988"/>
            <a:ext cx="392675" cy="392675"/>
            <a:chOff x="458050" y="265600"/>
            <a:chExt cx="392675" cy="392675"/>
          </a:xfrm>
        </p:grpSpPr>
        <p:sp>
          <p:nvSpPr>
            <p:cNvPr id="733" name="Google Shape;733;p2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4" name="Google Shape;734;p2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5" name="Google Shape;735;p2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6" name="Google Shape;736;p2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37" name="Google Shape;737;p22"/>
          <p:cNvSpPr/>
          <p:nvPr/>
        </p:nvSpPr>
        <p:spPr>
          <a:xfrm rot="-5400000">
            <a:off x="823337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8" name="Google Shape;738;p22"/>
          <p:cNvSpPr/>
          <p:nvPr/>
        </p:nvSpPr>
        <p:spPr>
          <a:xfrm rot="5400000">
            <a:off x="-97165" y="0"/>
            <a:ext cx="1002600" cy="861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>
  <p:cSld name="DEFAULT">
    <p:bg>
      <p:bgPr>
        <a:solidFill>
          <a:schemeClr val="accent1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3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741" name="Google Shape;741;p23"/>
          <p:cNvSpPr txBox="1"/>
          <p:nvPr>
            <p:ph idx="1" type="subTitle"/>
          </p:nvPr>
        </p:nvSpPr>
        <p:spPr>
          <a:xfrm>
            <a:off x="774525" y="1252525"/>
            <a:ext cx="33702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2" name="Google Shape;742;p23"/>
          <p:cNvSpPr txBox="1"/>
          <p:nvPr>
            <p:ph idx="2" type="body"/>
          </p:nvPr>
        </p:nvSpPr>
        <p:spPr>
          <a:xfrm>
            <a:off x="774525" y="1805525"/>
            <a:ext cx="33702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3" name="Google Shape;743;p23"/>
          <p:cNvSpPr txBox="1"/>
          <p:nvPr>
            <p:ph idx="3" type="subTitle"/>
          </p:nvPr>
        </p:nvSpPr>
        <p:spPr>
          <a:xfrm>
            <a:off x="5290500" y="1252525"/>
            <a:ext cx="33702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4" name="Google Shape;744;p23"/>
          <p:cNvSpPr txBox="1"/>
          <p:nvPr>
            <p:ph idx="4" type="body"/>
          </p:nvPr>
        </p:nvSpPr>
        <p:spPr>
          <a:xfrm>
            <a:off x="5290500" y="1805525"/>
            <a:ext cx="33702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5" name="Google Shape;745;p23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46" name="Google Shape;746;p23"/>
          <p:cNvGrpSpPr/>
          <p:nvPr/>
        </p:nvGrpSpPr>
        <p:grpSpPr>
          <a:xfrm rot="-5400000">
            <a:off x="-1114733" y="2773680"/>
            <a:ext cx="3276643" cy="234348"/>
            <a:chOff x="-4640549" y="265600"/>
            <a:chExt cx="5491274" cy="392675"/>
          </a:xfrm>
        </p:grpSpPr>
        <p:sp>
          <p:nvSpPr>
            <p:cNvPr id="747" name="Google Shape;747;p2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48" name="Google Shape;748;p2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49" name="Google Shape;749;p23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0" name="Google Shape;750;p2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51" name="Google Shape;751;p23"/>
          <p:cNvGrpSpPr/>
          <p:nvPr/>
        </p:nvGrpSpPr>
        <p:grpSpPr>
          <a:xfrm rot="-5400000">
            <a:off x="3414067" y="2773680"/>
            <a:ext cx="3276643" cy="234348"/>
            <a:chOff x="-4640549" y="265600"/>
            <a:chExt cx="5491274" cy="392675"/>
          </a:xfrm>
        </p:grpSpPr>
        <p:sp>
          <p:nvSpPr>
            <p:cNvPr id="752" name="Google Shape;752;p2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4" name="Google Shape;754;p23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5" name="Google Shape;755;p2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DEFAULT_4">
    <p:bg>
      <p:bgPr>
        <a:solidFill>
          <a:schemeClr val="accent1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4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758" name="Google Shape;758;p24"/>
          <p:cNvSpPr txBox="1"/>
          <p:nvPr>
            <p:ph idx="1" type="subTitle"/>
          </p:nvPr>
        </p:nvSpPr>
        <p:spPr>
          <a:xfrm>
            <a:off x="774525" y="2515000"/>
            <a:ext cx="3370200" cy="1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24"/>
          <p:cNvSpPr txBox="1"/>
          <p:nvPr>
            <p:ph idx="2" type="body"/>
          </p:nvPr>
        </p:nvSpPr>
        <p:spPr>
          <a:xfrm>
            <a:off x="774525" y="2876926"/>
            <a:ext cx="3370200" cy="18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60" name="Google Shape;760;p24"/>
          <p:cNvSpPr txBox="1"/>
          <p:nvPr>
            <p:ph idx="3" type="subTitle"/>
          </p:nvPr>
        </p:nvSpPr>
        <p:spPr>
          <a:xfrm>
            <a:off x="5290500" y="2515000"/>
            <a:ext cx="3370200" cy="1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61" name="Google Shape;761;p24"/>
          <p:cNvSpPr txBox="1"/>
          <p:nvPr>
            <p:ph idx="4" type="body"/>
          </p:nvPr>
        </p:nvSpPr>
        <p:spPr>
          <a:xfrm>
            <a:off x="5290500" y="2876926"/>
            <a:ext cx="3370200" cy="18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62" name="Google Shape;762;p24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63" name="Google Shape;763;p24"/>
          <p:cNvGrpSpPr/>
          <p:nvPr/>
        </p:nvGrpSpPr>
        <p:grpSpPr>
          <a:xfrm rot="-5400000">
            <a:off x="-1341513" y="2782595"/>
            <a:ext cx="3730222" cy="234348"/>
            <a:chOff x="-4640549" y="265600"/>
            <a:chExt cx="5491274" cy="392675"/>
          </a:xfrm>
        </p:grpSpPr>
        <p:sp>
          <p:nvSpPr>
            <p:cNvPr id="764" name="Google Shape;764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6" name="Google Shape;766;p24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7" name="Google Shape;767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68" name="Google Shape;768;p24"/>
          <p:cNvGrpSpPr/>
          <p:nvPr/>
        </p:nvGrpSpPr>
        <p:grpSpPr>
          <a:xfrm rot="-5400000">
            <a:off x="3184816" y="2785104"/>
            <a:ext cx="3735165" cy="234348"/>
            <a:chOff x="-4640549" y="265600"/>
            <a:chExt cx="5491274" cy="392675"/>
          </a:xfrm>
        </p:grpSpPr>
        <p:sp>
          <p:nvSpPr>
            <p:cNvPr id="769" name="Google Shape;769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1" name="Google Shape;771;p24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2" name="Google Shape;772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73" name="Google Shape;773;p24"/>
          <p:cNvSpPr/>
          <p:nvPr>
            <p:ph idx="5" type="pic"/>
          </p:nvPr>
        </p:nvSpPr>
        <p:spPr>
          <a:xfrm>
            <a:off x="767225" y="1034700"/>
            <a:ext cx="3402000" cy="1348200"/>
          </a:xfrm>
          <a:prstGeom prst="rect">
            <a:avLst/>
          </a:prstGeom>
          <a:noFill/>
          <a:ln>
            <a:noFill/>
          </a:ln>
        </p:spPr>
      </p:sp>
      <p:sp>
        <p:nvSpPr>
          <p:cNvPr id="774" name="Google Shape;774;p24"/>
          <p:cNvSpPr/>
          <p:nvPr>
            <p:ph idx="6" type="pic"/>
          </p:nvPr>
        </p:nvSpPr>
        <p:spPr>
          <a:xfrm>
            <a:off x="5274600" y="1034725"/>
            <a:ext cx="3402000" cy="1348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501">
          <p15:clr>
            <a:srgbClr val="E46962"/>
          </p15:clr>
        </p15:guide>
        <p15:guide id="2" orient="horz" pos="3005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DEFAULT_3">
    <p:bg>
      <p:bgPr>
        <a:solidFill>
          <a:schemeClr val="accent1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5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777" name="Google Shape;777;p25"/>
          <p:cNvSpPr txBox="1"/>
          <p:nvPr>
            <p:ph idx="1" type="subTitle"/>
          </p:nvPr>
        </p:nvSpPr>
        <p:spPr>
          <a:xfrm>
            <a:off x="774525" y="2488475"/>
            <a:ext cx="2247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78" name="Google Shape;778;p25"/>
          <p:cNvSpPr txBox="1"/>
          <p:nvPr>
            <p:ph idx="2" type="body"/>
          </p:nvPr>
        </p:nvSpPr>
        <p:spPr>
          <a:xfrm>
            <a:off x="774525" y="2831903"/>
            <a:ext cx="2247600" cy="16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79" name="Google Shape;779;p25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80" name="Google Shape;780;p25"/>
          <p:cNvGrpSpPr/>
          <p:nvPr/>
        </p:nvGrpSpPr>
        <p:grpSpPr>
          <a:xfrm rot="-5400000">
            <a:off x="-1135040" y="2752895"/>
            <a:ext cx="3317279" cy="234348"/>
            <a:chOff x="-4640549" y="265600"/>
            <a:chExt cx="5491274" cy="392675"/>
          </a:xfrm>
        </p:grpSpPr>
        <p:sp>
          <p:nvSpPr>
            <p:cNvPr id="781" name="Google Shape;781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2" name="Google Shape;782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3" name="Google Shape;783;p25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4" name="Google Shape;784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85" name="Google Shape;785;p25"/>
          <p:cNvSpPr txBox="1"/>
          <p:nvPr>
            <p:ph idx="3" type="subTitle"/>
          </p:nvPr>
        </p:nvSpPr>
        <p:spPr>
          <a:xfrm>
            <a:off x="6469600" y="2489054"/>
            <a:ext cx="2247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86" name="Google Shape;786;p25"/>
          <p:cNvSpPr txBox="1"/>
          <p:nvPr>
            <p:ph idx="4" type="body"/>
          </p:nvPr>
        </p:nvSpPr>
        <p:spPr>
          <a:xfrm>
            <a:off x="6469600" y="2862768"/>
            <a:ext cx="2247600" cy="16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787" name="Google Shape;787;p25"/>
          <p:cNvGrpSpPr/>
          <p:nvPr/>
        </p:nvGrpSpPr>
        <p:grpSpPr>
          <a:xfrm rot="-5400000">
            <a:off x="4560036" y="2803209"/>
            <a:ext cx="3317279" cy="234348"/>
            <a:chOff x="-4640549" y="265600"/>
            <a:chExt cx="5491274" cy="392675"/>
          </a:xfrm>
        </p:grpSpPr>
        <p:sp>
          <p:nvSpPr>
            <p:cNvPr id="788" name="Google Shape;788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9" name="Google Shape;789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0" name="Google Shape;790;p25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1" name="Google Shape;791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92" name="Google Shape;792;p25"/>
          <p:cNvSpPr txBox="1"/>
          <p:nvPr>
            <p:ph idx="5" type="subTitle"/>
          </p:nvPr>
        </p:nvSpPr>
        <p:spPr>
          <a:xfrm>
            <a:off x="3622063" y="2488475"/>
            <a:ext cx="2247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3" name="Google Shape;793;p25"/>
          <p:cNvSpPr txBox="1"/>
          <p:nvPr>
            <p:ph idx="6" type="body"/>
          </p:nvPr>
        </p:nvSpPr>
        <p:spPr>
          <a:xfrm>
            <a:off x="3622063" y="2831903"/>
            <a:ext cx="2247600" cy="16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794" name="Google Shape;794;p25"/>
          <p:cNvGrpSpPr/>
          <p:nvPr/>
        </p:nvGrpSpPr>
        <p:grpSpPr>
          <a:xfrm rot="-5400000">
            <a:off x="1712498" y="2752895"/>
            <a:ext cx="3317279" cy="234348"/>
            <a:chOff x="-4640549" y="265600"/>
            <a:chExt cx="5491274" cy="392675"/>
          </a:xfrm>
        </p:grpSpPr>
        <p:sp>
          <p:nvSpPr>
            <p:cNvPr id="795" name="Google Shape;795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6" name="Google Shape;796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7" name="Google Shape;797;p25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8" name="Google Shape;798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99" name="Google Shape;799;p25"/>
          <p:cNvSpPr/>
          <p:nvPr>
            <p:ph idx="7" type="pic"/>
          </p:nvPr>
        </p:nvSpPr>
        <p:spPr>
          <a:xfrm>
            <a:off x="774525" y="1190500"/>
            <a:ext cx="2247600" cy="1132200"/>
          </a:xfrm>
          <a:prstGeom prst="rect">
            <a:avLst/>
          </a:prstGeom>
          <a:noFill/>
          <a:ln>
            <a:noFill/>
          </a:ln>
        </p:spPr>
      </p:sp>
      <p:sp>
        <p:nvSpPr>
          <p:cNvPr id="800" name="Google Shape;800;p25"/>
          <p:cNvSpPr/>
          <p:nvPr>
            <p:ph idx="8" type="pic"/>
          </p:nvPr>
        </p:nvSpPr>
        <p:spPr>
          <a:xfrm>
            <a:off x="3622075" y="1190500"/>
            <a:ext cx="2247600" cy="1132200"/>
          </a:xfrm>
          <a:prstGeom prst="rect">
            <a:avLst/>
          </a:prstGeom>
          <a:noFill/>
          <a:ln>
            <a:noFill/>
          </a:ln>
        </p:spPr>
      </p:sp>
      <p:sp>
        <p:nvSpPr>
          <p:cNvPr id="801" name="Google Shape;801;p25"/>
          <p:cNvSpPr/>
          <p:nvPr>
            <p:ph idx="9" type="pic"/>
          </p:nvPr>
        </p:nvSpPr>
        <p:spPr>
          <a:xfrm>
            <a:off x="6469625" y="1190500"/>
            <a:ext cx="2247600" cy="1132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88">
          <p15:clr>
            <a:srgbClr val="E46962"/>
          </p15:clr>
        </p15:guide>
        <p15:guide id="2" pos="2282">
          <p15:clr>
            <a:srgbClr val="E46962"/>
          </p15:clr>
        </p15:guide>
        <p15:guide id="3" orient="horz" pos="1463">
          <p15:clr>
            <a:srgbClr val="E46962"/>
          </p15:clr>
        </p15:guide>
        <p15:guide id="4" pos="4075">
          <p15:clr>
            <a:srgbClr val="E46962"/>
          </p15:clr>
        </p15:guide>
        <p15:guide id="5" orient="horz" pos="156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DEFAULT_3_1">
    <p:bg>
      <p:bgPr>
        <a:solidFill>
          <a:schemeClr val="accent1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6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04" name="Google Shape;804;p26"/>
          <p:cNvSpPr txBox="1"/>
          <p:nvPr>
            <p:ph idx="1" type="subTitle"/>
          </p:nvPr>
        </p:nvSpPr>
        <p:spPr>
          <a:xfrm>
            <a:off x="774525" y="12525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05" name="Google Shape;805;p26"/>
          <p:cNvSpPr txBox="1"/>
          <p:nvPr>
            <p:ph idx="2" type="body"/>
          </p:nvPr>
        </p:nvSpPr>
        <p:spPr>
          <a:xfrm>
            <a:off x="774525" y="18055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06" name="Google Shape;806;p26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07" name="Google Shape;807;p26"/>
          <p:cNvGrpSpPr/>
          <p:nvPr/>
        </p:nvGrpSpPr>
        <p:grpSpPr>
          <a:xfrm rot="-5400000">
            <a:off x="-1114733" y="2773680"/>
            <a:ext cx="3276643" cy="234348"/>
            <a:chOff x="-4640549" y="265600"/>
            <a:chExt cx="5491274" cy="392675"/>
          </a:xfrm>
        </p:grpSpPr>
        <p:sp>
          <p:nvSpPr>
            <p:cNvPr id="808" name="Google Shape;808;p2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0" name="Google Shape;810;p26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1" name="Google Shape;811;p2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12" name="Google Shape;812;p26"/>
          <p:cNvSpPr txBox="1"/>
          <p:nvPr>
            <p:ph idx="3" type="subTitle"/>
          </p:nvPr>
        </p:nvSpPr>
        <p:spPr>
          <a:xfrm>
            <a:off x="6469600" y="13022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13" name="Google Shape;813;p26"/>
          <p:cNvSpPr txBox="1"/>
          <p:nvPr>
            <p:ph idx="4" type="body"/>
          </p:nvPr>
        </p:nvSpPr>
        <p:spPr>
          <a:xfrm>
            <a:off x="6469600" y="18552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14" name="Google Shape;814;p26"/>
          <p:cNvGrpSpPr/>
          <p:nvPr/>
        </p:nvGrpSpPr>
        <p:grpSpPr>
          <a:xfrm rot="-5400000">
            <a:off x="4580342" y="2823380"/>
            <a:ext cx="3276643" cy="234348"/>
            <a:chOff x="-4640549" y="265600"/>
            <a:chExt cx="5491274" cy="392675"/>
          </a:xfrm>
        </p:grpSpPr>
        <p:sp>
          <p:nvSpPr>
            <p:cNvPr id="815" name="Google Shape;815;p2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7" name="Google Shape;817;p26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8" name="Google Shape;818;p2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19" name="Google Shape;819;p26"/>
          <p:cNvSpPr txBox="1"/>
          <p:nvPr>
            <p:ph idx="5" type="subTitle"/>
          </p:nvPr>
        </p:nvSpPr>
        <p:spPr>
          <a:xfrm>
            <a:off x="3622063" y="12525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20" name="Google Shape;820;p26"/>
          <p:cNvSpPr txBox="1"/>
          <p:nvPr>
            <p:ph idx="6" type="body"/>
          </p:nvPr>
        </p:nvSpPr>
        <p:spPr>
          <a:xfrm>
            <a:off x="3622063" y="18055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21" name="Google Shape;821;p26"/>
          <p:cNvGrpSpPr/>
          <p:nvPr/>
        </p:nvGrpSpPr>
        <p:grpSpPr>
          <a:xfrm rot="-5400000">
            <a:off x="1732805" y="2773680"/>
            <a:ext cx="3276643" cy="234348"/>
            <a:chOff x="-4640549" y="265600"/>
            <a:chExt cx="5491274" cy="392675"/>
          </a:xfrm>
        </p:grpSpPr>
        <p:sp>
          <p:nvSpPr>
            <p:cNvPr id="822" name="Google Shape;822;p2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4" name="Google Shape;824;p26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5" name="Google Shape;825;p2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1">
  <p:cSld name="DEFAULT_3_1_1">
    <p:bg>
      <p:bgPr>
        <a:solidFill>
          <a:schemeClr val="accent1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7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28" name="Google Shape;828;p27"/>
          <p:cNvSpPr txBox="1"/>
          <p:nvPr>
            <p:ph idx="1" type="subTitle"/>
          </p:nvPr>
        </p:nvSpPr>
        <p:spPr>
          <a:xfrm>
            <a:off x="774525" y="12525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29" name="Google Shape;829;p27"/>
          <p:cNvSpPr txBox="1"/>
          <p:nvPr>
            <p:ph idx="2" type="body"/>
          </p:nvPr>
        </p:nvSpPr>
        <p:spPr>
          <a:xfrm>
            <a:off x="774525" y="18055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30" name="Google Shape;830;p27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31" name="Google Shape;831;p27"/>
          <p:cNvGrpSpPr/>
          <p:nvPr/>
        </p:nvGrpSpPr>
        <p:grpSpPr>
          <a:xfrm rot="-5400000">
            <a:off x="-1114733" y="2773680"/>
            <a:ext cx="3276643" cy="234348"/>
            <a:chOff x="-4640549" y="265600"/>
            <a:chExt cx="5491274" cy="392675"/>
          </a:xfrm>
        </p:grpSpPr>
        <p:sp>
          <p:nvSpPr>
            <p:cNvPr id="832" name="Google Shape;832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4" name="Google Shape;834;p2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5" name="Google Shape;835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36" name="Google Shape;836;p27"/>
          <p:cNvSpPr txBox="1"/>
          <p:nvPr>
            <p:ph idx="3" type="subTitle"/>
          </p:nvPr>
        </p:nvSpPr>
        <p:spPr>
          <a:xfrm>
            <a:off x="6469600" y="13022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37" name="Google Shape;837;p27"/>
          <p:cNvSpPr txBox="1"/>
          <p:nvPr>
            <p:ph idx="4" type="body"/>
          </p:nvPr>
        </p:nvSpPr>
        <p:spPr>
          <a:xfrm>
            <a:off x="6469600" y="18552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38" name="Google Shape;838;p27"/>
          <p:cNvGrpSpPr/>
          <p:nvPr/>
        </p:nvGrpSpPr>
        <p:grpSpPr>
          <a:xfrm rot="-5400000">
            <a:off x="4580342" y="2823380"/>
            <a:ext cx="3276643" cy="234348"/>
            <a:chOff x="-4640549" y="265600"/>
            <a:chExt cx="5491274" cy="392675"/>
          </a:xfrm>
        </p:grpSpPr>
        <p:sp>
          <p:nvSpPr>
            <p:cNvPr id="839" name="Google Shape;839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1" name="Google Shape;841;p2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2" name="Google Shape;842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43" name="Google Shape;843;p27"/>
          <p:cNvSpPr txBox="1"/>
          <p:nvPr>
            <p:ph idx="5" type="subTitle"/>
          </p:nvPr>
        </p:nvSpPr>
        <p:spPr>
          <a:xfrm>
            <a:off x="3622063" y="12525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44" name="Google Shape;844;p27"/>
          <p:cNvSpPr txBox="1"/>
          <p:nvPr>
            <p:ph idx="6" type="body"/>
          </p:nvPr>
        </p:nvSpPr>
        <p:spPr>
          <a:xfrm>
            <a:off x="3622063" y="18055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45" name="Google Shape;845;p27"/>
          <p:cNvGrpSpPr/>
          <p:nvPr/>
        </p:nvGrpSpPr>
        <p:grpSpPr>
          <a:xfrm rot="-5400000">
            <a:off x="1732805" y="2773680"/>
            <a:ext cx="3276643" cy="234348"/>
            <a:chOff x="-4640549" y="265600"/>
            <a:chExt cx="5491274" cy="392675"/>
          </a:xfrm>
        </p:grpSpPr>
        <p:sp>
          <p:nvSpPr>
            <p:cNvPr id="846" name="Google Shape;846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8" name="Google Shape;848;p2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DEFAULT_2">
    <p:bg>
      <p:bgPr>
        <a:solidFill>
          <a:schemeClr val="accent1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8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52" name="Google Shape;852;p28"/>
          <p:cNvSpPr txBox="1"/>
          <p:nvPr>
            <p:ph idx="1" type="subTitle"/>
          </p:nvPr>
        </p:nvSpPr>
        <p:spPr>
          <a:xfrm>
            <a:off x="483300" y="1252525"/>
            <a:ext cx="36615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53" name="Google Shape;853;p28"/>
          <p:cNvSpPr txBox="1"/>
          <p:nvPr>
            <p:ph idx="2" type="body"/>
          </p:nvPr>
        </p:nvSpPr>
        <p:spPr>
          <a:xfrm>
            <a:off x="483300" y="1805525"/>
            <a:ext cx="36615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4" name="Google Shape;854;p28"/>
          <p:cNvSpPr txBox="1"/>
          <p:nvPr>
            <p:ph idx="3" type="subTitle"/>
          </p:nvPr>
        </p:nvSpPr>
        <p:spPr>
          <a:xfrm>
            <a:off x="4999200" y="1252525"/>
            <a:ext cx="36615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55" name="Google Shape;855;p28"/>
          <p:cNvSpPr txBox="1"/>
          <p:nvPr>
            <p:ph idx="4" type="body"/>
          </p:nvPr>
        </p:nvSpPr>
        <p:spPr>
          <a:xfrm>
            <a:off x="4999200" y="1805525"/>
            <a:ext cx="36615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6" name="Google Shape;856;p28"/>
          <p:cNvSpPr/>
          <p:nvPr/>
        </p:nvSpPr>
        <p:spPr>
          <a:xfrm>
            <a:off x="-60650" y="5022275"/>
            <a:ext cx="3819000" cy="16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7" name="Google Shape;857;p28"/>
          <p:cNvSpPr/>
          <p:nvPr/>
        </p:nvSpPr>
        <p:spPr>
          <a:xfrm>
            <a:off x="-60650" y="2057225"/>
            <a:ext cx="177000" cy="304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8" name="Google Shape;858;p28"/>
          <p:cNvSpPr/>
          <p:nvPr/>
        </p:nvSpPr>
        <p:spPr>
          <a:xfrm rot="10800000">
            <a:off x="8650175" y="-86625"/>
            <a:ext cx="1486200" cy="68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9" name="Google Shape;859;p28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>
  <p:cSld name="DEFAULT_2_1">
    <p:bg>
      <p:bgPr>
        <a:solidFill>
          <a:schemeClr val="accent1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9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62" name="Google Shape;862;p29"/>
          <p:cNvSpPr txBox="1"/>
          <p:nvPr>
            <p:ph idx="1" type="subTitle"/>
          </p:nvPr>
        </p:nvSpPr>
        <p:spPr>
          <a:xfrm>
            <a:off x="483300" y="1252525"/>
            <a:ext cx="25977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63" name="Google Shape;863;p29"/>
          <p:cNvSpPr txBox="1"/>
          <p:nvPr>
            <p:ph idx="2" type="body"/>
          </p:nvPr>
        </p:nvSpPr>
        <p:spPr>
          <a:xfrm>
            <a:off x="483300" y="1805525"/>
            <a:ext cx="25977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64" name="Google Shape;864;p29"/>
          <p:cNvSpPr/>
          <p:nvPr/>
        </p:nvSpPr>
        <p:spPr>
          <a:xfrm>
            <a:off x="-60650" y="5022275"/>
            <a:ext cx="3819000" cy="1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5" name="Google Shape;865;p29"/>
          <p:cNvSpPr/>
          <p:nvPr/>
        </p:nvSpPr>
        <p:spPr>
          <a:xfrm>
            <a:off x="-60650" y="2057225"/>
            <a:ext cx="177000" cy="304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6" name="Google Shape;866;p29"/>
          <p:cNvSpPr/>
          <p:nvPr/>
        </p:nvSpPr>
        <p:spPr>
          <a:xfrm rot="10800000">
            <a:off x="8650175" y="-86625"/>
            <a:ext cx="1486200" cy="68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7" name="Google Shape;867;p29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8" name="Google Shape;868;p29"/>
          <p:cNvSpPr txBox="1"/>
          <p:nvPr>
            <p:ph idx="3" type="subTitle"/>
          </p:nvPr>
        </p:nvSpPr>
        <p:spPr>
          <a:xfrm>
            <a:off x="6110500" y="1252525"/>
            <a:ext cx="25977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69" name="Google Shape;869;p29"/>
          <p:cNvSpPr txBox="1"/>
          <p:nvPr>
            <p:ph idx="4" type="body"/>
          </p:nvPr>
        </p:nvSpPr>
        <p:spPr>
          <a:xfrm>
            <a:off x="6110500" y="1805525"/>
            <a:ext cx="25977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0" name="Google Shape;870;p29"/>
          <p:cNvSpPr txBox="1"/>
          <p:nvPr>
            <p:ph idx="5" type="subTitle"/>
          </p:nvPr>
        </p:nvSpPr>
        <p:spPr>
          <a:xfrm>
            <a:off x="3186875" y="1252525"/>
            <a:ext cx="25977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71" name="Google Shape;871;p29"/>
          <p:cNvSpPr txBox="1"/>
          <p:nvPr>
            <p:ph idx="6" type="body"/>
          </p:nvPr>
        </p:nvSpPr>
        <p:spPr>
          <a:xfrm>
            <a:off x="3186875" y="1805525"/>
            <a:ext cx="25977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>
  <p:cSld name="DEFAULT_1">
    <p:bg>
      <p:bgPr>
        <a:solidFill>
          <a:schemeClr val="accent1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0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4" name="Google Shape;874;p30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75" name="Google Shape;875;p30"/>
          <p:cNvSpPr txBox="1"/>
          <p:nvPr>
            <p:ph idx="1" type="subTitle"/>
          </p:nvPr>
        </p:nvSpPr>
        <p:spPr>
          <a:xfrm>
            <a:off x="483300" y="1328725"/>
            <a:ext cx="2897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76" name="Google Shape;876;p30"/>
          <p:cNvSpPr txBox="1"/>
          <p:nvPr>
            <p:ph idx="2" type="body"/>
          </p:nvPr>
        </p:nvSpPr>
        <p:spPr>
          <a:xfrm>
            <a:off x="3809975" y="1328725"/>
            <a:ext cx="4850700" cy="12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7" name="Google Shape;877;p30"/>
          <p:cNvSpPr txBox="1"/>
          <p:nvPr>
            <p:ph idx="3" type="subTitle"/>
          </p:nvPr>
        </p:nvSpPr>
        <p:spPr>
          <a:xfrm>
            <a:off x="483313" y="3012250"/>
            <a:ext cx="2897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78" name="Google Shape;878;p30"/>
          <p:cNvSpPr txBox="1"/>
          <p:nvPr>
            <p:ph idx="4" type="body"/>
          </p:nvPr>
        </p:nvSpPr>
        <p:spPr>
          <a:xfrm>
            <a:off x="3809988" y="3012250"/>
            <a:ext cx="4850700" cy="12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79" name="Google Shape;879;p30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880" name="Google Shape;880;p3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881" name="Google Shape;881;p3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82" name="Google Shape;882;p3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83" name="Google Shape;883;p3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84" name="Google Shape;884;p3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885" name="Google Shape;885;p3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886" name="Google Shape;886;p3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87" name="Google Shape;887;p3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88" name="Google Shape;888;p3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89" name="Google Shape;889;p3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890" name="Google Shape;890;p30"/>
          <p:cNvGrpSpPr/>
          <p:nvPr/>
        </p:nvGrpSpPr>
        <p:grpSpPr>
          <a:xfrm>
            <a:off x="73663" y="4677163"/>
            <a:ext cx="392675" cy="392675"/>
            <a:chOff x="458050" y="265600"/>
            <a:chExt cx="392675" cy="392675"/>
          </a:xfrm>
        </p:grpSpPr>
        <p:sp>
          <p:nvSpPr>
            <p:cNvPr id="891" name="Google Shape;891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3" name="Google Shape;893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4" name="Google Shape;894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95" name="Google Shape;895;p30"/>
          <p:cNvGrpSpPr/>
          <p:nvPr/>
        </p:nvGrpSpPr>
        <p:grpSpPr>
          <a:xfrm>
            <a:off x="613563" y="4677150"/>
            <a:ext cx="392675" cy="392675"/>
            <a:chOff x="458050" y="265600"/>
            <a:chExt cx="392675" cy="392675"/>
          </a:xfrm>
        </p:grpSpPr>
        <p:sp>
          <p:nvSpPr>
            <p:cNvPr id="896" name="Google Shape;896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8" name="Google Shape;898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9" name="Google Shape;899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00" name="Google Shape;900;p30"/>
          <p:cNvGrpSpPr/>
          <p:nvPr/>
        </p:nvGrpSpPr>
        <p:grpSpPr>
          <a:xfrm>
            <a:off x="348063" y="4284488"/>
            <a:ext cx="392675" cy="392675"/>
            <a:chOff x="458050" y="265600"/>
            <a:chExt cx="392675" cy="392675"/>
          </a:xfrm>
        </p:grpSpPr>
        <p:sp>
          <p:nvSpPr>
            <p:cNvPr id="901" name="Google Shape;901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03" name="Google Shape;903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04" name="Google Shape;904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>
  <p:cSld name="DEFAULT_1_1">
    <p:bg>
      <p:bgPr>
        <a:solidFill>
          <a:schemeClr val="accent1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1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7" name="Google Shape;907;p31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grpSp>
        <p:nvGrpSpPr>
          <p:cNvPr id="908" name="Google Shape;908;p31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909" name="Google Shape;909;p31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910" name="Google Shape;910;p31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11" name="Google Shape;911;p31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12" name="Google Shape;912;p31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13" name="Google Shape;913;p31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914" name="Google Shape;914;p31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915" name="Google Shape;915;p31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16" name="Google Shape;916;p31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17" name="Google Shape;917;p31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18" name="Google Shape;918;p31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919" name="Google Shape;919;p31"/>
          <p:cNvGrpSpPr/>
          <p:nvPr/>
        </p:nvGrpSpPr>
        <p:grpSpPr>
          <a:xfrm>
            <a:off x="-154937" y="4829563"/>
            <a:ext cx="392675" cy="392675"/>
            <a:chOff x="458050" y="265600"/>
            <a:chExt cx="392675" cy="392675"/>
          </a:xfrm>
        </p:grpSpPr>
        <p:sp>
          <p:nvSpPr>
            <p:cNvPr id="920" name="Google Shape;920;p3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22" name="Google Shape;922;p3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23" name="Google Shape;923;p3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24" name="Google Shape;924;p31"/>
          <p:cNvGrpSpPr/>
          <p:nvPr/>
        </p:nvGrpSpPr>
        <p:grpSpPr>
          <a:xfrm>
            <a:off x="384963" y="4829550"/>
            <a:ext cx="392675" cy="392675"/>
            <a:chOff x="458050" y="265600"/>
            <a:chExt cx="392675" cy="392675"/>
          </a:xfrm>
        </p:grpSpPr>
        <p:sp>
          <p:nvSpPr>
            <p:cNvPr id="925" name="Google Shape;925;p3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27" name="Google Shape;927;p3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28" name="Google Shape;928;p3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29" name="Google Shape;929;p31"/>
          <p:cNvGrpSpPr/>
          <p:nvPr/>
        </p:nvGrpSpPr>
        <p:grpSpPr>
          <a:xfrm>
            <a:off x="119463" y="4436888"/>
            <a:ext cx="392675" cy="392675"/>
            <a:chOff x="458050" y="265600"/>
            <a:chExt cx="392675" cy="392675"/>
          </a:xfrm>
        </p:grpSpPr>
        <p:sp>
          <p:nvSpPr>
            <p:cNvPr id="930" name="Google Shape;930;p3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2" name="Google Shape;932;p3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3" name="Google Shape;933;p3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934" name="Google Shape;934;p31"/>
          <p:cNvSpPr txBox="1"/>
          <p:nvPr>
            <p:ph idx="1" type="subTitle"/>
          </p:nvPr>
        </p:nvSpPr>
        <p:spPr>
          <a:xfrm>
            <a:off x="483300" y="1252525"/>
            <a:ext cx="245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35" name="Google Shape;935;p31"/>
          <p:cNvSpPr txBox="1"/>
          <p:nvPr>
            <p:ph idx="2" type="body"/>
          </p:nvPr>
        </p:nvSpPr>
        <p:spPr>
          <a:xfrm>
            <a:off x="483300" y="1805525"/>
            <a:ext cx="245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6" name="Google Shape;936;p31"/>
          <p:cNvSpPr txBox="1"/>
          <p:nvPr>
            <p:ph idx="3" type="subTitle"/>
          </p:nvPr>
        </p:nvSpPr>
        <p:spPr>
          <a:xfrm>
            <a:off x="5807277" y="1252525"/>
            <a:ext cx="245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37" name="Google Shape;937;p31"/>
          <p:cNvSpPr txBox="1"/>
          <p:nvPr>
            <p:ph idx="4" type="body"/>
          </p:nvPr>
        </p:nvSpPr>
        <p:spPr>
          <a:xfrm>
            <a:off x="5807277" y="1805525"/>
            <a:ext cx="245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8" name="Google Shape;938;p31"/>
          <p:cNvSpPr txBox="1"/>
          <p:nvPr>
            <p:ph idx="5" type="subTitle"/>
          </p:nvPr>
        </p:nvSpPr>
        <p:spPr>
          <a:xfrm>
            <a:off x="3041192" y="1252525"/>
            <a:ext cx="245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39" name="Google Shape;939;p31"/>
          <p:cNvSpPr txBox="1"/>
          <p:nvPr>
            <p:ph idx="6" type="body"/>
          </p:nvPr>
        </p:nvSpPr>
        <p:spPr>
          <a:xfrm>
            <a:off x="3041192" y="1805525"/>
            <a:ext cx="245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10">
    <p:bg>
      <p:bgPr>
        <a:solidFill>
          <a:schemeClr val="accent5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2"/>
          <p:cNvSpPr txBox="1"/>
          <p:nvPr>
            <p:ph type="title"/>
          </p:nvPr>
        </p:nvSpPr>
        <p:spPr>
          <a:xfrm>
            <a:off x="3644350" y="269950"/>
            <a:ext cx="42738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42" name="Google Shape;942;p32"/>
          <p:cNvSpPr/>
          <p:nvPr>
            <p:ph idx="2" type="pic"/>
          </p:nvPr>
        </p:nvSpPr>
        <p:spPr>
          <a:xfrm>
            <a:off x="270000" y="266775"/>
            <a:ext cx="2711700" cy="3161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943" name="Google Shape;943;p32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944" name="Google Shape;944;p32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945" name="Google Shape;945;p3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6" name="Google Shape;946;p3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7" name="Google Shape;947;p3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8" name="Google Shape;948;p3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49" name="Google Shape;949;p32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950" name="Google Shape;950;p3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52" name="Google Shape;952;p3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53" name="Google Shape;953;p3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954" name="Google Shape;954;p32"/>
          <p:cNvSpPr/>
          <p:nvPr/>
        </p:nvSpPr>
        <p:spPr>
          <a:xfrm>
            <a:off x="860742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5" name="Google Shape;955;p32"/>
          <p:cNvSpPr txBox="1"/>
          <p:nvPr>
            <p:ph idx="1" type="body"/>
          </p:nvPr>
        </p:nvSpPr>
        <p:spPr>
          <a:xfrm>
            <a:off x="3644350" y="1061225"/>
            <a:ext cx="5033400" cy="3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56" name="Google Shape;956;p32"/>
          <p:cNvSpPr txBox="1"/>
          <p:nvPr>
            <p:ph idx="3" type="subTitle"/>
          </p:nvPr>
        </p:nvSpPr>
        <p:spPr>
          <a:xfrm>
            <a:off x="270000" y="3649925"/>
            <a:ext cx="27519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57" name="Google Shape;957;p32"/>
          <p:cNvSpPr txBox="1"/>
          <p:nvPr>
            <p:ph idx="4" type="body"/>
          </p:nvPr>
        </p:nvSpPr>
        <p:spPr>
          <a:xfrm>
            <a:off x="270000" y="3941525"/>
            <a:ext cx="27519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2">
  <p:cSld name="CUSTOM_10_1">
    <p:bg>
      <p:bgPr>
        <a:solidFill>
          <a:schemeClr val="dk1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3"/>
          <p:cNvSpPr/>
          <p:nvPr/>
        </p:nvSpPr>
        <p:spPr>
          <a:xfrm>
            <a:off x="281600" y="3429450"/>
            <a:ext cx="2711700" cy="109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0" name="Google Shape;960;p33"/>
          <p:cNvSpPr txBox="1"/>
          <p:nvPr>
            <p:ph type="title"/>
          </p:nvPr>
        </p:nvSpPr>
        <p:spPr>
          <a:xfrm>
            <a:off x="3644350" y="269950"/>
            <a:ext cx="42738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61" name="Google Shape;961;p33"/>
          <p:cNvSpPr/>
          <p:nvPr>
            <p:ph idx="2" type="pic"/>
          </p:nvPr>
        </p:nvSpPr>
        <p:spPr>
          <a:xfrm>
            <a:off x="270000" y="266775"/>
            <a:ext cx="2711700" cy="31611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62" name="Google Shape;962;p33"/>
          <p:cNvSpPr txBox="1"/>
          <p:nvPr>
            <p:ph idx="1" type="body"/>
          </p:nvPr>
        </p:nvSpPr>
        <p:spPr>
          <a:xfrm>
            <a:off x="3644350" y="1061225"/>
            <a:ext cx="4680300" cy="3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63" name="Google Shape;963;p33"/>
          <p:cNvSpPr txBox="1"/>
          <p:nvPr>
            <p:ph idx="3" type="subTitle"/>
          </p:nvPr>
        </p:nvSpPr>
        <p:spPr>
          <a:xfrm>
            <a:off x="428750" y="3547183"/>
            <a:ext cx="23892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Medium"/>
              <a:buNone/>
              <a:defRPr sz="12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64" name="Google Shape;964;p33"/>
          <p:cNvSpPr txBox="1"/>
          <p:nvPr>
            <p:ph idx="4" type="body"/>
          </p:nvPr>
        </p:nvSpPr>
        <p:spPr>
          <a:xfrm>
            <a:off x="428750" y="3838783"/>
            <a:ext cx="23892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65" name="Google Shape;965;p33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966" name="Google Shape;966;p33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967" name="Google Shape;967;p33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968" name="Google Shape;968;p3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69" name="Google Shape;969;p3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70" name="Google Shape;970;p3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71" name="Google Shape;971;p3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972" name="Google Shape;972;p33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973" name="Google Shape;973;p3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74" name="Google Shape;974;p3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75" name="Google Shape;975;p3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76" name="Google Shape;976;p3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977" name="Google Shape;977;p33"/>
          <p:cNvGrpSpPr/>
          <p:nvPr/>
        </p:nvGrpSpPr>
        <p:grpSpPr>
          <a:xfrm>
            <a:off x="73672" y="4794975"/>
            <a:ext cx="274873" cy="274872"/>
            <a:chOff x="458050" y="265600"/>
            <a:chExt cx="392675" cy="392675"/>
          </a:xfrm>
        </p:grpSpPr>
        <p:sp>
          <p:nvSpPr>
            <p:cNvPr id="978" name="Google Shape;978;p3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0" name="Google Shape;980;p3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1" name="Google Shape;981;p3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82" name="Google Shape;982;p33"/>
          <p:cNvGrpSpPr/>
          <p:nvPr/>
        </p:nvGrpSpPr>
        <p:grpSpPr>
          <a:xfrm>
            <a:off x="451601" y="4794966"/>
            <a:ext cx="274873" cy="274873"/>
            <a:chOff x="458050" y="265600"/>
            <a:chExt cx="392675" cy="392675"/>
          </a:xfrm>
        </p:grpSpPr>
        <p:sp>
          <p:nvSpPr>
            <p:cNvPr id="983" name="Google Shape;983;p3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5" name="Google Shape;985;p3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6" name="Google Shape;986;p3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87" name="Google Shape;987;p33"/>
          <p:cNvGrpSpPr/>
          <p:nvPr/>
        </p:nvGrpSpPr>
        <p:grpSpPr>
          <a:xfrm>
            <a:off x="265751" y="4520104"/>
            <a:ext cx="274873" cy="274872"/>
            <a:chOff x="458050" y="265600"/>
            <a:chExt cx="392675" cy="392675"/>
          </a:xfrm>
        </p:grpSpPr>
        <p:sp>
          <p:nvSpPr>
            <p:cNvPr id="988" name="Google Shape;988;p3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0" name="Google Shape;990;p3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1" name="Google Shape;991;p3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3">
  <p:cSld name="CUSTOM_11">
    <p:bg>
      <p:bgPr>
        <a:solidFill>
          <a:schemeClr val="accent5"/>
        </a:solidFill>
      </p:bgPr>
    </p:bg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4"/>
          <p:cNvSpPr txBox="1"/>
          <p:nvPr>
            <p:ph type="title"/>
          </p:nvPr>
        </p:nvSpPr>
        <p:spPr>
          <a:xfrm>
            <a:off x="715025" y="269950"/>
            <a:ext cx="7468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4" name="Google Shape;994;p34"/>
          <p:cNvSpPr/>
          <p:nvPr/>
        </p:nvSpPr>
        <p:spPr>
          <a:xfrm>
            <a:off x="715025" y="892250"/>
            <a:ext cx="7541400" cy="3607500"/>
          </a:xfrm>
          <a:prstGeom prst="snip2DiagRect">
            <a:avLst>
              <a:gd fmla="val 0" name="adj1"/>
              <a:gd fmla="val 754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5" name="Google Shape;995;p34"/>
          <p:cNvSpPr/>
          <p:nvPr>
            <p:ph idx="2" type="pic"/>
          </p:nvPr>
        </p:nvSpPr>
        <p:spPr>
          <a:xfrm>
            <a:off x="943800" y="1098900"/>
            <a:ext cx="2162700" cy="2521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96" name="Google Shape;996;p34"/>
          <p:cNvSpPr txBox="1"/>
          <p:nvPr>
            <p:ph idx="1" type="subTitle"/>
          </p:nvPr>
        </p:nvSpPr>
        <p:spPr>
          <a:xfrm>
            <a:off x="943800" y="3737683"/>
            <a:ext cx="23892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None/>
              <a:defRPr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97" name="Google Shape;997;p34"/>
          <p:cNvSpPr txBox="1"/>
          <p:nvPr>
            <p:ph idx="3" type="body"/>
          </p:nvPr>
        </p:nvSpPr>
        <p:spPr>
          <a:xfrm>
            <a:off x="943800" y="4029278"/>
            <a:ext cx="2389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8" name="Google Shape;998;p34"/>
          <p:cNvSpPr txBox="1"/>
          <p:nvPr>
            <p:ph idx="4" type="body"/>
          </p:nvPr>
        </p:nvSpPr>
        <p:spPr>
          <a:xfrm>
            <a:off x="3457450" y="1098900"/>
            <a:ext cx="4551900" cy="31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9" name="Google Shape;999;p34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0" name="Google Shape;1000;p34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1" name="Google Shape;1001;p34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02" name="Google Shape;1002;p34"/>
          <p:cNvGrpSpPr/>
          <p:nvPr/>
        </p:nvGrpSpPr>
        <p:grpSpPr>
          <a:xfrm>
            <a:off x="-307337" y="-123437"/>
            <a:ext cx="392675" cy="392675"/>
            <a:chOff x="458050" y="265600"/>
            <a:chExt cx="392675" cy="392675"/>
          </a:xfrm>
        </p:grpSpPr>
        <p:sp>
          <p:nvSpPr>
            <p:cNvPr id="1003" name="Google Shape;1003;p3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5" name="Google Shape;1005;p3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6" name="Google Shape;1006;p3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07" name="Google Shape;1007;p34"/>
          <p:cNvGrpSpPr/>
          <p:nvPr/>
        </p:nvGrpSpPr>
        <p:grpSpPr>
          <a:xfrm>
            <a:off x="232563" y="-123450"/>
            <a:ext cx="392675" cy="392675"/>
            <a:chOff x="458050" y="265600"/>
            <a:chExt cx="392675" cy="392675"/>
          </a:xfrm>
        </p:grpSpPr>
        <p:sp>
          <p:nvSpPr>
            <p:cNvPr id="1008" name="Google Shape;1008;p3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0" name="Google Shape;1010;p3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1" name="Google Shape;1011;p3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8_1">
    <p:bg>
      <p:bgPr>
        <a:solidFill>
          <a:schemeClr val="accent1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35"/>
          <p:cNvSpPr txBox="1"/>
          <p:nvPr>
            <p:ph type="title"/>
          </p:nvPr>
        </p:nvSpPr>
        <p:spPr>
          <a:xfrm>
            <a:off x="3928625" y="707675"/>
            <a:ext cx="49035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1014" name="Google Shape;1014;p35"/>
          <p:cNvSpPr/>
          <p:nvPr>
            <p:ph idx="2" type="pic"/>
          </p:nvPr>
        </p:nvSpPr>
        <p:spPr>
          <a:xfrm>
            <a:off x="-8250" y="0"/>
            <a:ext cx="3030300" cy="51435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015" name="Google Shape;1015;p35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16" name="Google Shape;1016;p35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017" name="Google Shape;1017;p3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8" name="Google Shape;1018;p3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9" name="Google Shape;1019;p3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0" name="Google Shape;1020;p3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21" name="Google Shape;1021;p35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022" name="Google Shape;1022;p3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3" name="Google Shape;1023;p3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4" name="Google Shape;1024;p3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5" name="Google Shape;1025;p3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26" name="Google Shape;1026;p35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7" name="Google Shape;1027;p35"/>
          <p:cNvSpPr/>
          <p:nvPr/>
        </p:nvSpPr>
        <p:spPr>
          <a:xfrm>
            <a:off x="3928625" y="2664663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8" name="Google Shape;1028;p35"/>
          <p:cNvSpPr/>
          <p:nvPr/>
        </p:nvSpPr>
        <p:spPr>
          <a:xfrm>
            <a:off x="3928625" y="1748800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9" name="Google Shape;1029;p35"/>
          <p:cNvSpPr/>
          <p:nvPr/>
        </p:nvSpPr>
        <p:spPr>
          <a:xfrm>
            <a:off x="3928625" y="358052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30" name="Google Shape;103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3750" y="1775025"/>
            <a:ext cx="198350" cy="1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600" y="3614593"/>
            <a:ext cx="182650" cy="1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3749" y="2690899"/>
            <a:ext cx="198350" cy="19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35"/>
          <p:cNvSpPr txBox="1"/>
          <p:nvPr>
            <p:ph idx="1" type="body"/>
          </p:nvPr>
        </p:nvSpPr>
        <p:spPr>
          <a:xfrm>
            <a:off x="4316900" y="1999600"/>
            <a:ext cx="43608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34" name="Google Shape;1034;p35"/>
          <p:cNvSpPr txBox="1"/>
          <p:nvPr>
            <p:ph idx="3" type="body"/>
          </p:nvPr>
        </p:nvSpPr>
        <p:spPr>
          <a:xfrm>
            <a:off x="4316900" y="2957975"/>
            <a:ext cx="43608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35" name="Google Shape;1035;p35"/>
          <p:cNvSpPr txBox="1"/>
          <p:nvPr>
            <p:ph idx="4" type="body"/>
          </p:nvPr>
        </p:nvSpPr>
        <p:spPr>
          <a:xfrm>
            <a:off x="4316900" y="3862726"/>
            <a:ext cx="43608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36" name="Google Shape;1036;p35"/>
          <p:cNvSpPr txBox="1"/>
          <p:nvPr/>
        </p:nvSpPr>
        <p:spPr>
          <a:xfrm>
            <a:off x="4316900" y="1748800"/>
            <a:ext cx="436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Email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37" name="Google Shape;1037;p35"/>
          <p:cNvSpPr txBox="1"/>
          <p:nvPr/>
        </p:nvSpPr>
        <p:spPr>
          <a:xfrm>
            <a:off x="4316900" y="2664675"/>
            <a:ext cx="436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Contact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38" name="Google Shape;1038;p35"/>
          <p:cNvSpPr txBox="1"/>
          <p:nvPr/>
        </p:nvSpPr>
        <p:spPr>
          <a:xfrm>
            <a:off x="4316900" y="3580550"/>
            <a:ext cx="436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Website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3">
  <p:cSld name="CUSTOM_8_2">
    <p:bg>
      <p:bgPr>
        <a:solidFill>
          <a:schemeClr val="accent1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6"/>
          <p:cNvSpPr txBox="1"/>
          <p:nvPr>
            <p:ph type="title"/>
          </p:nvPr>
        </p:nvSpPr>
        <p:spPr>
          <a:xfrm>
            <a:off x="3928625" y="822800"/>
            <a:ext cx="49035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1041" name="Google Shape;1041;p36"/>
          <p:cNvSpPr/>
          <p:nvPr>
            <p:ph idx="2" type="pic"/>
          </p:nvPr>
        </p:nvSpPr>
        <p:spPr>
          <a:xfrm>
            <a:off x="-8250" y="0"/>
            <a:ext cx="3030300" cy="51435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042" name="Google Shape;1042;p36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43" name="Google Shape;1043;p36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044" name="Google Shape;1044;p3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45" name="Google Shape;1045;p3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46" name="Google Shape;1046;p3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47" name="Google Shape;1047;p3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48" name="Google Shape;1048;p36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049" name="Google Shape;1049;p3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0" name="Google Shape;1050;p3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1" name="Google Shape;1051;p3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2" name="Google Shape;1052;p3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53" name="Google Shape;1053;p36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4" name="Google Shape;1054;p36"/>
          <p:cNvSpPr/>
          <p:nvPr/>
        </p:nvSpPr>
        <p:spPr>
          <a:xfrm>
            <a:off x="3931600" y="192812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5" name="Google Shape;1055;p36"/>
          <p:cNvSpPr/>
          <p:nvPr/>
        </p:nvSpPr>
        <p:spPr>
          <a:xfrm>
            <a:off x="6114375" y="192812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6" name="Google Shape;1056;p36"/>
          <p:cNvSpPr/>
          <p:nvPr/>
        </p:nvSpPr>
        <p:spPr>
          <a:xfrm>
            <a:off x="3931600" y="338167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7" name="Google Shape;1057;p36"/>
          <p:cNvSpPr/>
          <p:nvPr/>
        </p:nvSpPr>
        <p:spPr>
          <a:xfrm>
            <a:off x="6114375" y="338167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58" name="Google Shape;1058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6725" y="3407900"/>
            <a:ext cx="198350" cy="1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7350" y="3415743"/>
            <a:ext cx="182650" cy="1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5347" y="1962963"/>
            <a:ext cx="181100" cy="18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9499" y="1954362"/>
            <a:ext cx="198350" cy="19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36"/>
          <p:cNvSpPr txBox="1"/>
          <p:nvPr>
            <p:ph idx="1" type="body"/>
          </p:nvPr>
        </p:nvSpPr>
        <p:spPr>
          <a:xfrm>
            <a:off x="4319875" y="2218350"/>
            <a:ext cx="1609500" cy="3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63" name="Google Shape;1063;p36"/>
          <p:cNvSpPr txBox="1"/>
          <p:nvPr>
            <p:ph idx="3" type="body"/>
          </p:nvPr>
        </p:nvSpPr>
        <p:spPr>
          <a:xfrm>
            <a:off x="6502650" y="2218350"/>
            <a:ext cx="1609500" cy="3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64" name="Google Shape;1064;p36"/>
          <p:cNvSpPr txBox="1"/>
          <p:nvPr>
            <p:ph idx="4" type="body"/>
          </p:nvPr>
        </p:nvSpPr>
        <p:spPr>
          <a:xfrm>
            <a:off x="4319875" y="3700900"/>
            <a:ext cx="1609500" cy="3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65" name="Google Shape;1065;p36"/>
          <p:cNvSpPr txBox="1"/>
          <p:nvPr>
            <p:ph idx="5" type="body"/>
          </p:nvPr>
        </p:nvSpPr>
        <p:spPr>
          <a:xfrm>
            <a:off x="6502650" y="3700900"/>
            <a:ext cx="1609500" cy="3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66" name="Google Shape;1066;p36"/>
          <p:cNvSpPr txBox="1"/>
          <p:nvPr/>
        </p:nvSpPr>
        <p:spPr>
          <a:xfrm>
            <a:off x="4319875" y="192812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Address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67" name="Google Shape;1067;p36"/>
          <p:cNvSpPr txBox="1"/>
          <p:nvPr/>
        </p:nvSpPr>
        <p:spPr>
          <a:xfrm>
            <a:off x="6502650" y="192812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Contact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68" name="Google Shape;1068;p36"/>
          <p:cNvSpPr txBox="1"/>
          <p:nvPr/>
        </p:nvSpPr>
        <p:spPr>
          <a:xfrm>
            <a:off x="4319875" y="338167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Email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69" name="Google Shape;1069;p36"/>
          <p:cNvSpPr txBox="1"/>
          <p:nvPr/>
        </p:nvSpPr>
        <p:spPr>
          <a:xfrm>
            <a:off x="6502650" y="338167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Website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1">
  <p:cSld name="CUSTOM_29_2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37"/>
          <p:cNvSpPr txBox="1"/>
          <p:nvPr>
            <p:ph type="title"/>
          </p:nvPr>
        </p:nvSpPr>
        <p:spPr>
          <a:xfrm>
            <a:off x="379400" y="559050"/>
            <a:ext cx="8198400" cy="8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72" name="Google Shape;1072;p37"/>
          <p:cNvSpPr/>
          <p:nvPr/>
        </p:nvSpPr>
        <p:spPr>
          <a:xfrm>
            <a:off x="379400" y="2520575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73" name="Google Shape;1073;p37"/>
          <p:cNvSpPr/>
          <p:nvPr/>
        </p:nvSpPr>
        <p:spPr>
          <a:xfrm>
            <a:off x="4581475" y="2520575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74" name="Google Shape;1074;p37"/>
          <p:cNvSpPr/>
          <p:nvPr/>
        </p:nvSpPr>
        <p:spPr>
          <a:xfrm>
            <a:off x="379400" y="3705550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75" name="Google Shape;1075;p37"/>
          <p:cNvSpPr/>
          <p:nvPr/>
        </p:nvSpPr>
        <p:spPr>
          <a:xfrm>
            <a:off x="4581475" y="3705550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76" name="Google Shape;1076;p37"/>
          <p:cNvSpPr txBox="1"/>
          <p:nvPr>
            <p:ph idx="1" type="body"/>
          </p:nvPr>
        </p:nvSpPr>
        <p:spPr>
          <a:xfrm>
            <a:off x="1321375" y="26201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077" name="Google Shape;1077;p37"/>
          <p:cNvSpPr txBox="1"/>
          <p:nvPr>
            <p:ph idx="2" type="body"/>
          </p:nvPr>
        </p:nvSpPr>
        <p:spPr>
          <a:xfrm>
            <a:off x="5523450" y="26201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078" name="Google Shape;1078;p37"/>
          <p:cNvSpPr txBox="1"/>
          <p:nvPr>
            <p:ph idx="3" type="body"/>
          </p:nvPr>
        </p:nvSpPr>
        <p:spPr>
          <a:xfrm>
            <a:off x="1321375" y="38185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079" name="Google Shape;1079;p37"/>
          <p:cNvSpPr txBox="1"/>
          <p:nvPr>
            <p:ph idx="4" type="body"/>
          </p:nvPr>
        </p:nvSpPr>
        <p:spPr>
          <a:xfrm>
            <a:off x="5523450" y="38185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080" name="Google Shape;1080;p37"/>
          <p:cNvSpPr txBox="1"/>
          <p:nvPr>
            <p:ph idx="5" type="subTitle"/>
          </p:nvPr>
        </p:nvSpPr>
        <p:spPr>
          <a:xfrm>
            <a:off x="542300" y="26695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1" name="Google Shape;1081;p37"/>
          <p:cNvSpPr txBox="1"/>
          <p:nvPr>
            <p:ph idx="6" type="subTitle"/>
          </p:nvPr>
        </p:nvSpPr>
        <p:spPr>
          <a:xfrm>
            <a:off x="4744375" y="26695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2" name="Google Shape;1082;p37"/>
          <p:cNvSpPr txBox="1"/>
          <p:nvPr>
            <p:ph idx="7" type="subTitle"/>
          </p:nvPr>
        </p:nvSpPr>
        <p:spPr>
          <a:xfrm>
            <a:off x="542300" y="38679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3" name="Google Shape;1083;p37"/>
          <p:cNvSpPr txBox="1"/>
          <p:nvPr>
            <p:ph idx="8" type="subTitle"/>
          </p:nvPr>
        </p:nvSpPr>
        <p:spPr>
          <a:xfrm>
            <a:off x="4744375" y="38679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4" name="Google Shape;1084;p37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85" name="Google Shape;1085;p37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086" name="Google Shape;1086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7" name="Google Shape;1087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8" name="Google Shape;1088;p3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9" name="Google Shape;1089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90" name="Google Shape;1090;p37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091" name="Google Shape;1091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2" name="Google Shape;1092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3" name="Google Shape;1093;p3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4" name="Google Shape;1094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95" name="Google Shape;1095;p37"/>
          <p:cNvSpPr/>
          <p:nvPr/>
        </p:nvSpPr>
        <p:spPr>
          <a:xfrm>
            <a:off x="-772574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6" name="Google Shape;1096;p37"/>
          <p:cNvSpPr/>
          <p:nvPr/>
        </p:nvSpPr>
        <p:spPr>
          <a:xfrm rot="10800000">
            <a:off x="7786750" y="-3673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97" name="Google Shape;1097;p37"/>
          <p:cNvGrpSpPr/>
          <p:nvPr/>
        </p:nvGrpSpPr>
        <p:grpSpPr>
          <a:xfrm>
            <a:off x="8290138" y="102713"/>
            <a:ext cx="392675" cy="392675"/>
            <a:chOff x="458050" y="265600"/>
            <a:chExt cx="392675" cy="392675"/>
          </a:xfrm>
        </p:grpSpPr>
        <p:sp>
          <p:nvSpPr>
            <p:cNvPr id="1098" name="Google Shape;1098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0" name="Google Shape;1100;p3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1" name="Google Shape;1101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02" name="Google Shape;1102;p37"/>
          <p:cNvGrpSpPr/>
          <p:nvPr/>
        </p:nvGrpSpPr>
        <p:grpSpPr>
          <a:xfrm>
            <a:off x="8830038" y="102700"/>
            <a:ext cx="392675" cy="392675"/>
            <a:chOff x="458050" y="265600"/>
            <a:chExt cx="392675" cy="392675"/>
          </a:xfrm>
        </p:grpSpPr>
        <p:sp>
          <p:nvSpPr>
            <p:cNvPr id="1103" name="Google Shape;1103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4" name="Google Shape;1104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5" name="Google Shape;1105;p3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6" name="Google Shape;1106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07" name="Google Shape;1107;p37"/>
          <p:cNvSpPr/>
          <p:nvPr/>
        </p:nvSpPr>
        <p:spPr>
          <a:xfrm>
            <a:off x="-620174" y="47833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63">
          <p15:clr>
            <a:srgbClr val="E46962"/>
          </p15:clr>
        </p15:guide>
        <p15:guide id="2" orient="horz" pos="1017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2">
  <p:cSld name="CUSTOM_29_1"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38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10" name="Google Shape;1110;p38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111" name="Google Shape;1111;p38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112" name="Google Shape;1112;p3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13" name="Google Shape;1113;p3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14" name="Google Shape;1114;p3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15" name="Google Shape;1115;p3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116" name="Google Shape;1116;p38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117" name="Google Shape;1117;p3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18" name="Google Shape;1118;p3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19" name="Google Shape;1119;p3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20" name="Google Shape;1120;p3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121" name="Google Shape;1121;p38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22" name="Google Shape;1122;p38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123" name="Google Shape;1123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4" name="Google Shape;1124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5" name="Google Shape;1125;p3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6" name="Google Shape;1126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27" name="Google Shape;1127;p38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128" name="Google Shape;1128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9" name="Google Shape;1129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0" name="Google Shape;1130;p3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1" name="Google Shape;1131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32" name="Google Shape;1132;p38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133" name="Google Shape;1133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4" name="Google Shape;1134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5" name="Google Shape;1135;p3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6" name="Google Shape;1136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37" name="Google Shape;1137;p38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138" name="Google Shape;1138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9" name="Google Shape;1139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0" name="Google Shape;1140;p3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1" name="Google Shape;1141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42" name="Google Shape;1142;p38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143" name="Google Shape;1143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4" name="Google Shape;1144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5" name="Google Shape;1145;p3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6" name="Google Shape;1146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47" name="Google Shape;1147;p38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148" name="Google Shape;1148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9" name="Google Shape;1149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50" name="Google Shape;1150;p3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51" name="Google Shape;1151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52" name="Google Shape;1152;p38"/>
          <p:cNvSpPr txBox="1"/>
          <p:nvPr>
            <p:ph type="title"/>
          </p:nvPr>
        </p:nvSpPr>
        <p:spPr>
          <a:xfrm>
            <a:off x="566250" y="2285400"/>
            <a:ext cx="3183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53" name="Google Shape;1153;p38"/>
          <p:cNvSpPr/>
          <p:nvPr/>
        </p:nvSpPr>
        <p:spPr>
          <a:xfrm>
            <a:off x="5224525" y="6993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54" name="Google Shape;1154;p38"/>
          <p:cNvSpPr/>
          <p:nvPr/>
        </p:nvSpPr>
        <p:spPr>
          <a:xfrm>
            <a:off x="5224525" y="17041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55" name="Google Shape;1155;p38"/>
          <p:cNvSpPr/>
          <p:nvPr/>
        </p:nvSpPr>
        <p:spPr>
          <a:xfrm>
            <a:off x="5224525" y="27088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56" name="Google Shape;1156;p38"/>
          <p:cNvSpPr/>
          <p:nvPr/>
        </p:nvSpPr>
        <p:spPr>
          <a:xfrm>
            <a:off x="5224525" y="37136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57" name="Google Shape;1157;p38"/>
          <p:cNvSpPr txBox="1"/>
          <p:nvPr>
            <p:ph idx="1" type="body"/>
          </p:nvPr>
        </p:nvSpPr>
        <p:spPr>
          <a:xfrm>
            <a:off x="5862914" y="8252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8" name="Google Shape;1158;p38"/>
          <p:cNvSpPr txBox="1"/>
          <p:nvPr>
            <p:ph idx="2" type="body"/>
          </p:nvPr>
        </p:nvSpPr>
        <p:spPr>
          <a:xfrm>
            <a:off x="5860050" y="18274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9" name="Google Shape;1159;p38"/>
          <p:cNvSpPr txBox="1"/>
          <p:nvPr>
            <p:ph idx="3" type="body"/>
          </p:nvPr>
        </p:nvSpPr>
        <p:spPr>
          <a:xfrm>
            <a:off x="5860050" y="284513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0" name="Google Shape;1160;p38"/>
          <p:cNvSpPr txBox="1"/>
          <p:nvPr>
            <p:ph idx="4" type="body"/>
          </p:nvPr>
        </p:nvSpPr>
        <p:spPr>
          <a:xfrm>
            <a:off x="5860050" y="38369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1" name="Google Shape;1161;p38"/>
          <p:cNvSpPr txBox="1"/>
          <p:nvPr>
            <p:ph idx="5" type="subTitle"/>
          </p:nvPr>
        </p:nvSpPr>
        <p:spPr>
          <a:xfrm>
            <a:off x="5357325" y="8514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2" name="Google Shape;1162;p38"/>
          <p:cNvSpPr txBox="1"/>
          <p:nvPr>
            <p:ph idx="6" type="subTitle"/>
          </p:nvPr>
        </p:nvSpPr>
        <p:spPr>
          <a:xfrm>
            <a:off x="5357325" y="1848275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3" name="Google Shape;1163;p38"/>
          <p:cNvSpPr txBox="1"/>
          <p:nvPr>
            <p:ph idx="7" type="subTitle"/>
          </p:nvPr>
        </p:nvSpPr>
        <p:spPr>
          <a:xfrm>
            <a:off x="5357325" y="28660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4" name="Google Shape;1164;p38"/>
          <p:cNvSpPr txBox="1"/>
          <p:nvPr>
            <p:ph idx="8" type="subTitle"/>
          </p:nvPr>
        </p:nvSpPr>
        <p:spPr>
          <a:xfrm>
            <a:off x="5404650" y="386726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1">
  <p:cSld name="CUSTOM_30"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39"/>
          <p:cNvSpPr txBox="1"/>
          <p:nvPr>
            <p:ph type="title"/>
          </p:nvPr>
        </p:nvSpPr>
        <p:spPr>
          <a:xfrm>
            <a:off x="379400" y="445025"/>
            <a:ext cx="83721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67" name="Google Shape;1167;p39"/>
          <p:cNvSpPr/>
          <p:nvPr/>
        </p:nvSpPr>
        <p:spPr>
          <a:xfrm>
            <a:off x="3794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68" name="Google Shape;1168;p39"/>
          <p:cNvSpPr txBox="1"/>
          <p:nvPr>
            <p:ph idx="1" type="body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169" name="Google Shape;1169;p39"/>
          <p:cNvSpPr txBox="1"/>
          <p:nvPr>
            <p:ph idx="2" type="body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170" name="Google Shape;1170;p39"/>
          <p:cNvSpPr txBox="1"/>
          <p:nvPr>
            <p:ph idx="3" type="body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171" name="Google Shape;1171;p39"/>
          <p:cNvSpPr/>
          <p:nvPr/>
        </p:nvSpPr>
        <p:spPr>
          <a:xfrm>
            <a:off x="32535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72" name="Google Shape;1172;p39"/>
          <p:cNvSpPr/>
          <p:nvPr/>
        </p:nvSpPr>
        <p:spPr>
          <a:xfrm>
            <a:off x="61334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73" name="Google Shape;1173;p39"/>
          <p:cNvSpPr txBox="1"/>
          <p:nvPr>
            <p:ph idx="4" type="subTitle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4" name="Google Shape;1174;p39"/>
          <p:cNvSpPr txBox="1"/>
          <p:nvPr>
            <p:ph idx="5" type="subTitle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5" name="Google Shape;1175;p39"/>
          <p:cNvSpPr txBox="1"/>
          <p:nvPr>
            <p:ph idx="6" type="subTitle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6" name="Google Shape;1176;p39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77" name="Google Shape;1177;p39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178" name="Google Shape;1178;p3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9" name="Google Shape;1179;p3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0" name="Google Shape;1180;p3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1" name="Google Shape;1181;p3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82" name="Google Shape;1182;p39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183" name="Google Shape;1183;p3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4" name="Google Shape;1184;p3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5" name="Google Shape;1185;p3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6" name="Google Shape;1186;p3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87" name="Google Shape;1187;p39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2">
  <p:cSld name="CUSTOM_31"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0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90" name="Google Shape;1190;p40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191" name="Google Shape;1191;p4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192" name="Google Shape;1192;p4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93" name="Google Shape;1193;p4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94" name="Google Shape;1194;p4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95" name="Google Shape;1195;p4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196" name="Google Shape;1196;p4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197" name="Google Shape;1197;p4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98" name="Google Shape;1198;p4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99" name="Google Shape;1199;p4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00" name="Google Shape;1200;p4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201" name="Google Shape;1201;p40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02" name="Google Shape;1202;p40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203" name="Google Shape;1203;p4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4" name="Google Shape;1204;p4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5" name="Google Shape;1205;p4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6" name="Google Shape;1206;p4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07" name="Google Shape;1207;p40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208" name="Google Shape;1208;p4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9" name="Google Shape;1209;p4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0" name="Google Shape;1210;p4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1" name="Google Shape;1211;p4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12" name="Google Shape;1212;p40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213" name="Google Shape;1213;p4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4" name="Google Shape;1214;p4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5" name="Google Shape;1215;p4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6" name="Google Shape;1216;p4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17" name="Google Shape;1217;p40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218" name="Google Shape;1218;p4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9" name="Google Shape;1219;p4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0" name="Google Shape;1220;p4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1" name="Google Shape;1221;p4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22" name="Google Shape;1222;p40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223" name="Google Shape;1223;p4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4" name="Google Shape;1224;p4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5" name="Google Shape;1225;p4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6" name="Google Shape;1226;p4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27" name="Google Shape;1227;p40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228" name="Google Shape;1228;p4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9" name="Google Shape;1229;p4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30" name="Google Shape;1230;p4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31" name="Google Shape;1231;p4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32" name="Google Shape;1232;p40"/>
          <p:cNvSpPr txBox="1"/>
          <p:nvPr>
            <p:ph type="title"/>
          </p:nvPr>
        </p:nvSpPr>
        <p:spPr>
          <a:xfrm>
            <a:off x="566250" y="2285400"/>
            <a:ext cx="29148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3" name="Google Shape;1233;p40"/>
          <p:cNvSpPr/>
          <p:nvPr/>
        </p:nvSpPr>
        <p:spPr>
          <a:xfrm>
            <a:off x="5224525" y="8223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34" name="Google Shape;1234;p40"/>
          <p:cNvSpPr/>
          <p:nvPr/>
        </p:nvSpPr>
        <p:spPr>
          <a:xfrm>
            <a:off x="5224525" y="2206500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35" name="Google Shape;1235;p40"/>
          <p:cNvSpPr/>
          <p:nvPr/>
        </p:nvSpPr>
        <p:spPr>
          <a:xfrm>
            <a:off x="5224525" y="35906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36" name="Google Shape;1236;p40"/>
          <p:cNvSpPr txBox="1"/>
          <p:nvPr>
            <p:ph idx="1" type="body"/>
          </p:nvPr>
        </p:nvSpPr>
        <p:spPr>
          <a:xfrm>
            <a:off x="5862914" y="94817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7" name="Google Shape;1237;p40"/>
          <p:cNvSpPr txBox="1"/>
          <p:nvPr>
            <p:ph idx="2" type="body"/>
          </p:nvPr>
        </p:nvSpPr>
        <p:spPr>
          <a:xfrm>
            <a:off x="5860050" y="2329800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8" name="Google Shape;1238;p40"/>
          <p:cNvSpPr txBox="1"/>
          <p:nvPr>
            <p:ph idx="3" type="body"/>
          </p:nvPr>
        </p:nvSpPr>
        <p:spPr>
          <a:xfrm>
            <a:off x="5860050" y="372693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9" name="Google Shape;1239;p40"/>
          <p:cNvSpPr txBox="1"/>
          <p:nvPr>
            <p:ph idx="4" type="subTitle"/>
          </p:nvPr>
        </p:nvSpPr>
        <p:spPr>
          <a:xfrm>
            <a:off x="5357325" y="97435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0" name="Google Shape;1240;p40"/>
          <p:cNvSpPr txBox="1"/>
          <p:nvPr>
            <p:ph idx="5" type="subTitle"/>
          </p:nvPr>
        </p:nvSpPr>
        <p:spPr>
          <a:xfrm>
            <a:off x="5357325" y="235065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1" name="Google Shape;1241;p40"/>
          <p:cNvSpPr txBox="1"/>
          <p:nvPr>
            <p:ph idx="6" type="subTitle"/>
          </p:nvPr>
        </p:nvSpPr>
        <p:spPr>
          <a:xfrm>
            <a:off x="5357325" y="37478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1">
  <p:cSld name="CUSTOM_32"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1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44" name="Google Shape;1244;p41"/>
          <p:cNvSpPr/>
          <p:nvPr/>
        </p:nvSpPr>
        <p:spPr>
          <a:xfrm>
            <a:off x="513900" y="2454550"/>
            <a:ext cx="816000" cy="723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45" name="Google Shape;1245;p41"/>
          <p:cNvSpPr txBox="1"/>
          <p:nvPr>
            <p:ph idx="1" type="body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246" name="Google Shape;1246;p41"/>
          <p:cNvSpPr txBox="1"/>
          <p:nvPr>
            <p:ph idx="2" type="body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247" name="Google Shape;1247;p41"/>
          <p:cNvSpPr/>
          <p:nvPr/>
        </p:nvSpPr>
        <p:spPr>
          <a:xfrm>
            <a:off x="4924925" y="2459596"/>
            <a:ext cx="816000" cy="731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48" name="Google Shape;1248;p41"/>
          <p:cNvSpPr txBox="1"/>
          <p:nvPr>
            <p:ph idx="3" type="subTitle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9" name="Google Shape;1249;p41"/>
          <p:cNvSpPr txBox="1"/>
          <p:nvPr>
            <p:ph idx="4" type="subTitle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0" name="Google Shape;1250;p41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51" name="Google Shape;1251;p41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252" name="Google Shape;1252;p4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3" name="Google Shape;1253;p4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4" name="Google Shape;1254;p4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5" name="Google Shape;1255;p4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56" name="Google Shape;1256;p41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257" name="Google Shape;1257;p4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8" name="Google Shape;1258;p4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9" name="Google Shape;1259;p4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0" name="Google Shape;1260;p4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61" name="Google Shape;1261;p41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2">
  <p:cSld name="CUSTOM_33"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2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64" name="Google Shape;1264;p42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265" name="Google Shape;1265;p4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266" name="Google Shape;1266;p4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67" name="Google Shape;1267;p4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68" name="Google Shape;1268;p4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69" name="Google Shape;1269;p4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270" name="Google Shape;1270;p4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271" name="Google Shape;1271;p4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72" name="Google Shape;1272;p4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73" name="Google Shape;1273;p4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74" name="Google Shape;1274;p4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275" name="Google Shape;1275;p42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76" name="Google Shape;1276;p42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277" name="Google Shape;1277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8" name="Google Shape;1278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9" name="Google Shape;1279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80" name="Google Shape;1280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81" name="Google Shape;1281;p42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282" name="Google Shape;1282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83" name="Google Shape;1283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84" name="Google Shape;1284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85" name="Google Shape;1285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86" name="Google Shape;1286;p42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287" name="Google Shape;1287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88" name="Google Shape;1288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89" name="Google Shape;1289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0" name="Google Shape;1290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91" name="Google Shape;1291;p42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292" name="Google Shape;1292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3" name="Google Shape;1293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4" name="Google Shape;1294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5" name="Google Shape;1295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96" name="Google Shape;1296;p42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297" name="Google Shape;1297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8" name="Google Shape;1298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9" name="Google Shape;1299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0" name="Google Shape;1300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01" name="Google Shape;1301;p42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302" name="Google Shape;1302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3" name="Google Shape;1303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4" name="Google Shape;1304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5" name="Google Shape;1305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06" name="Google Shape;1306;p42"/>
          <p:cNvSpPr txBox="1"/>
          <p:nvPr>
            <p:ph type="title"/>
          </p:nvPr>
        </p:nvSpPr>
        <p:spPr>
          <a:xfrm>
            <a:off x="566250" y="2285400"/>
            <a:ext cx="29148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07" name="Google Shape;1307;p42"/>
          <p:cNvSpPr/>
          <p:nvPr/>
        </p:nvSpPr>
        <p:spPr>
          <a:xfrm>
            <a:off x="5224525" y="1500838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08" name="Google Shape;1308;p42"/>
          <p:cNvSpPr/>
          <p:nvPr/>
        </p:nvSpPr>
        <p:spPr>
          <a:xfrm>
            <a:off x="5224525" y="2885013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09" name="Google Shape;1309;p42"/>
          <p:cNvSpPr txBox="1"/>
          <p:nvPr>
            <p:ph idx="1" type="body"/>
          </p:nvPr>
        </p:nvSpPr>
        <p:spPr>
          <a:xfrm>
            <a:off x="5862914" y="162668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0" name="Google Shape;1310;p42"/>
          <p:cNvSpPr txBox="1"/>
          <p:nvPr>
            <p:ph idx="2" type="body"/>
          </p:nvPr>
        </p:nvSpPr>
        <p:spPr>
          <a:xfrm>
            <a:off x="5860050" y="3008313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1" name="Google Shape;1311;p42"/>
          <p:cNvSpPr txBox="1"/>
          <p:nvPr>
            <p:ph idx="3" type="subTitle"/>
          </p:nvPr>
        </p:nvSpPr>
        <p:spPr>
          <a:xfrm>
            <a:off x="5357325" y="1652863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2" name="Google Shape;1312;p42"/>
          <p:cNvSpPr txBox="1"/>
          <p:nvPr>
            <p:ph idx="4" type="subTitle"/>
          </p:nvPr>
        </p:nvSpPr>
        <p:spPr>
          <a:xfrm>
            <a:off x="5357325" y="3029163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1">
  <p:cSld name="CUSTOM_35"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4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15" name="Google Shape;1315;p43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16" name="Google Shape;1316;p43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317" name="Google Shape;1317;p4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18" name="Google Shape;1318;p4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19" name="Google Shape;1319;p4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0" name="Google Shape;1320;p4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21" name="Google Shape;1321;p43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322" name="Google Shape;1322;p4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3" name="Google Shape;1323;p4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4" name="Google Shape;1324;p4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5" name="Google Shape;1325;p4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26" name="Google Shape;1326;p43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7" name="Google Shape;1327;p43"/>
          <p:cNvSpPr/>
          <p:nvPr/>
        </p:nvSpPr>
        <p:spPr>
          <a:xfrm>
            <a:off x="379400" y="2428775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28" name="Google Shape;1328;p43"/>
          <p:cNvSpPr/>
          <p:nvPr/>
        </p:nvSpPr>
        <p:spPr>
          <a:xfrm>
            <a:off x="4581475" y="2428775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29" name="Google Shape;1329;p43"/>
          <p:cNvSpPr/>
          <p:nvPr/>
        </p:nvSpPr>
        <p:spPr>
          <a:xfrm>
            <a:off x="379400" y="3613750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30" name="Google Shape;1330;p43"/>
          <p:cNvSpPr/>
          <p:nvPr/>
        </p:nvSpPr>
        <p:spPr>
          <a:xfrm>
            <a:off x="4581475" y="3613750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31" name="Google Shape;1331;p43"/>
          <p:cNvSpPr txBox="1"/>
          <p:nvPr>
            <p:ph idx="1" type="body"/>
          </p:nvPr>
        </p:nvSpPr>
        <p:spPr>
          <a:xfrm>
            <a:off x="1321375" y="25283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32" name="Google Shape;1332;p43"/>
          <p:cNvSpPr txBox="1"/>
          <p:nvPr>
            <p:ph idx="2" type="body"/>
          </p:nvPr>
        </p:nvSpPr>
        <p:spPr>
          <a:xfrm>
            <a:off x="5523450" y="25283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33" name="Google Shape;1333;p43"/>
          <p:cNvSpPr txBox="1"/>
          <p:nvPr>
            <p:ph idx="3" type="body"/>
          </p:nvPr>
        </p:nvSpPr>
        <p:spPr>
          <a:xfrm>
            <a:off x="1321375" y="37267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34" name="Google Shape;1334;p43"/>
          <p:cNvSpPr txBox="1"/>
          <p:nvPr>
            <p:ph idx="4" type="body"/>
          </p:nvPr>
        </p:nvSpPr>
        <p:spPr>
          <a:xfrm>
            <a:off x="5523450" y="37267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35" name="Google Shape;1335;p43"/>
          <p:cNvSpPr txBox="1"/>
          <p:nvPr>
            <p:ph idx="5" type="subTitle"/>
          </p:nvPr>
        </p:nvSpPr>
        <p:spPr>
          <a:xfrm>
            <a:off x="542300" y="25777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6" name="Google Shape;1336;p43"/>
          <p:cNvSpPr txBox="1"/>
          <p:nvPr>
            <p:ph idx="6" type="subTitle"/>
          </p:nvPr>
        </p:nvSpPr>
        <p:spPr>
          <a:xfrm>
            <a:off x="4744375" y="25777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7" name="Google Shape;1337;p43"/>
          <p:cNvSpPr txBox="1"/>
          <p:nvPr>
            <p:ph idx="7" type="subTitle"/>
          </p:nvPr>
        </p:nvSpPr>
        <p:spPr>
          <a:xfrm>
            <a:off x="542300" y="37761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8" name="Google Shape;1338;p43"/>
          <p:cNvSpPr txBox="1"/>
          <p:nvPr>
            <p:ph idx="8" type="subTitle"/>
          </p:nvPr>
        </p:nvSpPr>
        <p:spPr>
          <a:xfrm>
            <a:off x="4744375" y="37761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2">
  <p:cSld name="CUSTOM_36"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44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41" name="Google Shape;1341;p44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342" name="Google Shape;1342;p4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343" name="Google Shape;1343;p4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44" name="Google Shape;1344;p4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45" name="Google Shape;1345;p4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46" name="Google Shape;1346;p4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347" name="Google Shape;1347;p4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348" name="Google Shape;1348;p4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49" name="Google Shape;1349;p4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50" name="Google Shape;1350;p4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51" name="Google Shape;1351;p4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352" name="Google Shape;1352;p44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53" name="Google Shape;1353;p44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354" name="Google Shape;1354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55" name="Google Shape;1355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56" name="Google Shape;1356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57" name="Google Shape;1357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58" name="Google Shape;1358;p44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359" name="Google Shape;1359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0" name="Google Shape;1360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1" name="Google Shape;1361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2" name="Google Shape;1362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63" name="Google Shape;1363;p44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364" name="Google Shape;1364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5" name="Google Shape;1365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6" name="Google Shape;1366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7" name="Google Shape;1367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68" name="Google Shape;1368;p44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369" name="Google Shape;1369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0" name="Google Shape;1370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1" name="Google Shape;1371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2" name="Google Shape;1372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73" name="Google Shape;1373;p44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374" name="Google Shape;1374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5" name="Google Shape;1375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6" name="Google Shape;1376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7" name="Google Shape;1377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78" name="Google Shape;1378;p44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379" name="Google Shape;1379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80" name="Google Shape;1380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81" name="Google Shape;1381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82" name="Google Shape;1382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83" name="Google Shape;1383;p44"/>
          <p:cNvSpPr txBox="1"/>
          <p:nvPr>
            <p:ph type="title"/>
          </p:nvPr>
        </p:nvSpPr>
        <p:spPr>
          <a:xfrm>
            <a:off x="566250" y="2285400"/>
            <a:ext cx="2975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84" name="Google Shape;1384;p44"/>
          <p:cNvSpPr/>
          <p:nvPr/>
        </p:nvSpPr>
        <p:spPr>
          <a:xfrm>
            <a:off x="5224525" y="6993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85" name="Google Shape;1385;p44"/>
          <p:cNvSpPr/>
          <p:nvPr/>
        </p:nvSpPr>
        <p:spPr>
          <a:xfrm>
            <a:off x="5224525" y="17041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86" name="Google Shape;1386;p44"/>
          <p:cNvSpPr/>
          <p:nvPr/>
        </p:nvSpPr>
        <p:spPr>
          <a:xfrm>
            <a:off x="5224525" y="27088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87" name="Google Shape;1387;p44"/>
          <p:cNvSpPr/>
          <p:nvPr/>
        </p:nvSpPr>
        <p:spPr>
          <a:xfrm>
            <a:off x="5224525" y="37136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88" name="Google Shape;1388;p44"/>
          <p:cNvSpPr txBox="1"/>
          <p:nvPr>
            <p:ph idx="1" type="body"/>
          </p:nvPr>
        </p:nvSpPr>
        <p:spPr>
          <a:xfrm>
            <a:off x="5862914" y="8252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9" name="Google Shape;1389;p44"/>
          <p:cNvSpPr txBox="1"/>
          <p:nvPr>
            <p:ph idx="2" type="body"/>
          </p:nvPr>
        </p:nvSpPr>
        <p:spPr>
          <a:xfrm>
            <a:off x="5860050" y="18274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0" name="Google Shape;1390;p44"/>
          <p:cNvSpPr txBox="1"/>
          <p:nvPr>
            <p:ph idx="3" type="body"/>
          </p:nvPr>
        </p:nvSpPr>
        <p:spPr>
          <a:xfrm>
            <a:off x="5860050" y="284513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1" name="Google Shape;1391;p44"/>
          <p:cNvSpPr txBox="1"/>
          <p:nvPr>
            <p:ph idx="4" type="body"/>
          </p:nvPr>
        </p:nvSpPr>
        <p:spPr>
          <a:xfrm>
            <a:off x="5860050" y="38369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2" name="Google Shape;1392;p44"/>
          <p:cNvSpPr txBox="1"/>
          <p:nvPr>
            <p:ph idx="5" type="subTitle"/>
          </p:nvPr>
        </p:nvSpPr>
        <p:spPr>
          <a:xfrm>
            <a:off x="5357325" y="8514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3" name="Google Shape;1393;p44"/>
          <p:cNvSpPr txBox="1"/>
          <p:nvPr>
            <p:ph idx="6" type="subTitle"/>
          </p:nvPr>
        </p:nvSpPr>
        <p:spPr>
          <a:xfrm>
            <a:off x="5357325" y="1848275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4" name="Google Shape;1394;p44"/>
          <p:cNvSpPr txBox="1"/>
          <p:nvPr>
            <p:ph idx="7" type="subTitle"/>
          </p:nvPr>
        </p:nvSpPr>
        <p:spPr>
          <a:xfrm>
            <a:off x="5357325" y="28660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5" name="Google Shape;1395;p44"/>
          <p:cNvSpPr txBox="1"/>
          <p:nvPr>
            <p:ph idx="8" type="subTitle"/>
          </p:nvPr>
        </p:nvSpPr>
        <p:spPr>
          <a:xfrm>
            <a:off x="5404650" y="386726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1">
  <p:cSld name="CUSTOM_37"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45"/>
          <p:cNvSpPr txBox="1"/>
          <p:nvPr>
            <p:ph type="title"/>
          </p:nvPr>
        </p:nvSpPr>
        <p:spPr>
          <a:xfrm>
            <a:off x="379400" y="445025"/>
            <a:ext cx="8268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98" name="Google Shape;1398;p45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99" name="Google Shape;1399;p45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400" name="Google Shape;1400;p4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1" name="Google Shape;1401;p4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2" name="Google Shape;1402;p4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3" name="Google Shape;1403;p4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04" name="Google Shape;1404;p45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405" name="Google Shape;1405;p4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6" name="Google Shape;1406;p4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7" name="Google Shape;1407;p4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8" name="Google Shape;1408;p4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09" name="Google Shape;1409;p45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0" name="Google Shape;1410;p45"/>
          <p:cNvSpPr/>
          <p:nvPr/>
        </p:nvSpPr>
        <p:spPr>
          <a:xfrm>
            <a:off x="3794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11" name="Google Shape;1411;p45"/>
          <p:cNvSpPr txBox="1"/>
          <p:nvPr>
            <p:ph idx="1" type="body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12" name="Google Shape;1412;p45"/>
          <p:cNvSpPr txBox="1"/>
          <p:nvPr>
            <p:ph idx="2" type="body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13" name="Google Shape;1413;p45"/>
          <p:cNvSpPr txBox="1"/>
          <p:nvPr>
            <p:ph idx="3" type="body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14" name="Google Shape;1414;p45"/>
          <p:cNvSpPr/>
          <p:nvPr/>
        </p:nvSpPr>
        <p:spPr>
          <a:xfrm>
            <a:off x="32535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15" name="Google Shape;1415;p45"/>
          <p:cNvSpPr/>
          <p:nvPr/>
        </p:nvSpPr>
        <p:spPr>
          <a:xfrm>
            <a:off x="61334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16" name="Google Shape;1416;p45"/>
          <p:cNvSpPr txBox="1"/>
          <p:nvPr>
            <p:ph idx="4" type="subTitle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7" name="Google Shape;1417;p45"/>
          <p:cNvSpPr txBox="1"/>
          <p:nvPr>
            <p:ph idx="5" type="subTitle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8" name="Google Shape;1418;p45"/>
          <p:cNvSpPr txBox="1"/>
          <p:nvPr>
            <p:ph idx="6" type="subTitle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2">
  <p:cSld name="CUSTOM_38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6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21" name="Google Shape;1421;p46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422" name="Google Shape;1422;p46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423" name="Google Shape;1423;p4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24" name="Google Shape;1424;p4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25" name="Google Shape;1425;p4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26" name="Google Shape;1426;p4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427" name="Google Shape;1427;p46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428" name="Google Shape;1428;p4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29" name="Google Shape;1429;p4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30" name="Google Shape;1430;p4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31" name="Google Shape;1431;p4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432" name="Google Shape;1432;p46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33" name="Google Shape;1433;p46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434" name="Google Shape;1434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35" name="Google Shape;1435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36" name="Google Shape;1436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37" name="Google Shape;1437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38" name="Google Shape;1438;p46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439" name="Google Shape;1439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0" name="Google Shape;1440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1" name="Google Shape;1441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2" name="Google Shape;1442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43" name="Google Shape;1443;p46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444" name="Google Shape;1444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5" name="Google Shape;1445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6" name="Google Shape;1446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7" name="Google Shape;1447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48" name="Google Shape;1448;p46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449" name="Google Shape;1449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0" name="Google Shape;1450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1" name="Google Shape;1451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2" name="Google Shape;1452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53" name="Google Shape;1453;p46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454" name="Google Shape;1454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5" name="Google Shape;1455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6" name="Google Shape;1456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7" name="Google Shape;1457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58" name="Google Shape;1458;p46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459" name="Google Shape;1459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60" name="Google Shape;1460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61" name="Google Shape;1461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62" name="Google Shape;1462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63" name="Google Shape;1463;p46"/>
          <p:cNvSpPr txBox="1"/>
          <p:nvPr>
            <p:ph type="title"/>
          </p:nvPr>
        </p:nvSpPr>
        <p:spPr>
          <a:xfrm>
            <a:off x="566250" y="2285400"/>
            <a:ext cx="2975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64" name="Google Shape;1464;p46"/>
          <p:cNvSpPr/>
          <p:nvPr/>
        </p:nvSpPr>
        <p:spPr>
          <a:xfrm>
            <a:off x="5224525" y="8223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65" name="Google Shape;1465;p46"/>
          <p:cNvSpPr/>
          <p:nvPr/>
        </p:nvSpPr>
        <p:spPr>
          <a:xfrm>
            <a:off x="5224525" y="2206500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66" name="Google Shape;1466;p46"/>
          <p:cNvSpPr/>
          <p:nvPr/>
        </p:nvSpPr>
        <p:spPr>
          <a:xfrm>
            <a:off x="5224525" y="35906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67" name="Google Shape;1467;p46"/>
          <p:cNvSpPr txBox="1"/>
          <p:nvPr>
            <p:ph idx="1" type="body"/>
          </p:nvPr>
        </p:nvSpPr>
        <p:spPr>
          <a:xfrm>
            <a:off x="5862914" y="94817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8" name="Google Shape;1468;p46"/>
          <p:cNvSpPr txBox="1"/>
          <p:nvPr>
            <p:ph idx="2" type="body"/>
          </p:nvPr>
        </p:nvSpPr>
        <p:spPr>
          <a:xfrm>
            <a:off x="5860050" y="2329800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9" name="Google Shape;1469;p46"/>
          <p:cNvSpPr txBox="1"/>
          <p:nvPr>
            <p:ph idx="3" type="body"/>
          </p:nvPr>
        </p:nvSpPr>
        <p:spPr>
          <a:xfrm>
            <a:off x="5860050" y="372693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0" name="Google Shape;1470;p46"/>
          <p:cNvSpPr txBox="1"/>
          <p:nvPr>
            <p:ph idx="4" type="subTitle"/>
          </p:nvPr>
        </p:nvSpPr>
        <p:spPr>
          <a:xfrm>
            <a:off x="5357325" y="97435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1" name="Google Shape;1471;p46"/>
          <p:cNvSpPr txBox="1"/>
          <p:nvPr>
            <p:ph idx="5" type="subTitle"/>
          </p:nvPr>
        </p:nvSpPr>
        <p:spPr>
          <a:xfrm>
            <a:off x="5357325" y="235065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2" name="Google Shape;1472;p46"/>
          <p:cNvSpPr txBox="1"/>
          <p:nvPr>
            <p:ph idx="6" type="subTitle"/>
          </p:nvPr>
        </p:nvSpPr>
        <p:spPr>
          <a:xfrm>
            <a:off x="5357325" y="37478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1">
  <p:cSld name="CUSTOM_39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4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75" name="Google Shape;1475;p47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76" name="Google Shape;1476;p47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477" name="Google Shape;1477;p4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78" name="Google Shape;1478;p4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79" name="Google Shape;1479;p4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0" name="Google Shape;1480;p4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81" name="Google Shape;1481;p47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482" name="Google Shape;1482;p4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3" name="Google Shape;1483;p4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4" name="Google Shape;1484;p4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5" name="Google Shape;1485;p4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86" name="Google Shape;1486;p47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7" name="Google Shape;1487;p47"/>
          <p:cNvSpPr/>
          <p:nvPr/>
        </p:nvSpPr>
        <p:spPr>
          <a:xfrm>
            <a:off x="513900" y="2454550"/>
            <a:ext cx="816000" cy="723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88" name="Google Shape;1488;p47"/>
          <p:cNvSpPr txBox="1"/>
          <p:nvPr>
            <p:ph idx="1" type="body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89" name="Google Shape;1489;p47"/>
          <p:cNvSpPr txBox="1"/>
          <p:nvPr>
            <p:ph idx="2" type="body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90" name="Google Shape;1490;p47"/>
          <p:cNvSpPr/>
          <p:nvPr/>
        </p:nvSpPr>
        <p:spPr>
          <a:xfrm>
            <a:off x="4924925" y="2459596"/>
            <a:ext cx="816000" cy="731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91" name="Google Shape;1491;p47"/>
          <p:cNvSpPr txBox="1"/>
          <p:nvPr>
            <p:ph idx="3" type="subTitle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2" name="Google Shape;1492;p47"/>
          <p:cNvSpPr txBox="1"/>
          <p:nvPr>
            <p:ph idx="4" type="subTitle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2">
  <p:cSld name="CUSTOM_40"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48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95" name="Google Shape;1495;p48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496" name="Google Shape;1496;p48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497" name="Google Shape;1497;p4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98" name="Google Shape;1498;p4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99" name="Google Shape;1499;p4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00" name="Google Shape;1500;p4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501" name="Google Shape;1501;p48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502" name="Google Shape;1502;p4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03" name="Google Shape;1503;p4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04" name="Google Shape;1504;p4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05" name="Google Shape;1505;p4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506" name="Google Shape;1506;p48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07" name="Google Shape;1507;p48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508" name="Google Shape;1508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9" name="Google Shape;1509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10" name="Google Shape;1510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11" name="Google Shape;1511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12" name="Google Shape;1512;p48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513" name="Google Shape;1513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14" name="Google Shape;1514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15" name="Google Shape;1515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16" name="Google Shape;1516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17" name="Google Shape;1517;p48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518" name="Google Shape;1518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19" name="Google Shape;1519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0" name="Google Shape;1520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1" name="Google Shape;1521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22" name="Google Shape;1522;p48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523" name="Google Shape;1523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4" name="Google Shape;1524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5" name="Google Shape;1525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6" name="Google Shape;1526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27" name="Google Shape;1527;p48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528" name="Google Shape;1528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9" name="Google Shape;1529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0" name="Google Shape;1530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1" name="Google Shape;1531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32" name="Google Shape;1532;p48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533" name="Google Shape;1533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4" name="Google Shape;1534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5" name="Google Shape;1535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6" name="Google Shape;1536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37" name="Google Shape;1537;p48"/>
          <p:cNvSpPr txBox="1"/>
          <p:nvPr>
            <p:ph type="title"/>
          </p:nvPr>
        </p:nvSpPr>
        <p:spPr>
          <a:xfrm>
            <a:off x="566250" y="2339775"/>
            <a:ext cx="30318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38" name="Google Shape;1538;p48"/>
          <p:cNvSpPr/>
          <p:nvPr/>
        </p:nvSpPr>
        <p:spPr>
          <a:xfrm>
            <a:off x="5224525" y="1500838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39" name="Google Shape;1539;p48"/>
          <p:cNvSpPr/>
          <p:nvPr/>
        </p:nvSpPr>
        <p:spPr>
          <a:xfrm>
            <a:off x="5224525" y="2885013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40" name="Google Shape;1540;p48"/>
          <p:cNvSpPr txBox="1"/>
          <p:nvPr>
            <p:ph idx="1" type="body"/>
          </p:nvPr>
        </p:nvSpPr>
        <p:spPr>
          <a:xfrm>
            <a:off x="5862914" y="162668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1" name="Google Shape;1541;p48"/>
          <p:cNvSpPr txBox="1"/>
          <p:nvPr>
            <p:ph idx="2" type="body"/>
          </p:nvPr>
        </p:nvSpPr>
        <p:spPr>
          <a:xfrm>
            <a:off x="5860050" y="3008313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2" name="Google Shape;1542;p48"/>
          <p:cNvSpPr txBox="1"/>
          <p:nvPr>
            <p:ph idx="3" type="subTitle"/>
          </p:nvPr>
        </p:nvSpPr>
        <p:spPr>
          <a:xfrm>
            <a:off x="5357325" y="1652863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3" name="Google Shape;1543;p48"/>
          <p:cNvSpPr txBox="1"/>
          <p:nvPr>
            <p:ph idx="4" type="subTitle"/>
          </p:nvPr>
        </p:nvSpPr>
        <p:spPr>
          <a:xfrm>
            <a:off x="5357325" y="3029163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1">
  <p:cSld name="CUSTOM_34"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49"/>
          <p:cNvSpPr/>
          <p:nvPr/>
        </p:nvSpPr>
        <p:spPr>
          <a:xfrm>
            <a:off x="5912625" y="3041863"/>
            <a:ext cx="22851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46" name="Google Shape;1546;p49"/>
          <p:cNvSpPr/>
          <p:nvPr/>
        </p:nvSpPr>
        <p:spPr>
          <a:xfrm>
            <a:off x="6004575" y="3120763"/>
            <a:ext cx="5727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47" name="Google Shape;1547;p49"/>
          <p:cNvSpPr txBox="1"/>
          <p:nvPr>
            <p:ph type="title"/>
          </p:nvPr>
        </p:nvSpPr>
        <p:spPr>
          <a:xfrm>
            <a:off x="566250" y="2285400"/>
            <a:ext cx="4067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8" name="Google Shape;1548;p49"/>
          <p:cNvSpPr/>
          <p:nvPr/>
        </p:nvSpPr>
        <p:spPr>
          <a:xfrm>
            <a:off x="5912625" y="1371138"/>
            <a:ext cx="22851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49" name="Google Shape;1549;p49"/>
          <p:cNvSpPr/>
          <p:nvPr/>
        </p:nvSpPr>
        <p:spPr>
          <a:xfrm>
            <a:off x="6004575" y="1452588"/>
            <a:ext cx="5727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550" name="Google Shape;1550;p49"/>
          <p:cNvGrpSpPr/>
          <p:nvPr/>
        </p:nvGrpSpPr>
        <p:grpSpPr>
          <a:xfrm rot="-2700000">
            <a:off x="6131098" y="1596259"/>
            <a:ext cx="348897" cy="200098"/>
            <a:chOff x="3876675" y="1766250"/>
            <a:chExt cx="348900" cy="200100"/>
          </a:xfrm>
        </p:grpSpPr>
        <p:sp>
          <p:nvSpPr>
            <p:cNvPr id="1551" name="Google Shape;1551;p49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52" name="Google Shape;1552;p49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553" name="Google Shape;1553;p49"/>
          <p:cNvGrpSpPr/>
          <p:nvPr/>
        </p:nvGrpSpPr>
        <p:grpSpPr>
          <a:xfrm>
            <a:off x="6142124" y="3258302"/>
            <a:ext cx="297600" cy="297600"/>
            <a:chOff x="3902424" y="2300989"/>
            <a:chExt cx="297600" cy="297600"/>
          </a:xfrm>
        </p:grpSpPr>
        <p:sp>
          <p:nvSpPr>
            <p:cNvPr id="1554" name="Google Shape;1554;p49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55" name="Google Shape;1555;p49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556" name="Google Shape;1556;p49"/>
          <p:cNvSpPr txBox="1"/>
          <p:nvPr>
            <p:ph idx="1" type="body"/>
          </p:nvPr>
        </p:nvSpPr>
        <p:spPr>
          <a:xfrm>
            <a:off x="6661950" y="1452600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7" name="Google Shape;1557;p49"/>
          <p:cNvSpPr txBox="1"/>
          <p:nvPr>
            <p:ph idx="2" type="body"/>
          </p:nvPr>
        </p:nvSpPr>
        <p:spPr>
          <a:xfrm>
            <a:off x="6694150" y="3120750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8" name="Google Shape;1558;p49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59" name="Google Shape;1559;p49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560" name="Google Shape;1560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1" name="Google Shape;1561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2" name="Google Shape;1562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3" name="Google Shape;1563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4" name="Google Shape;1564;p49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565" name="Google Shape;1565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6" name="Google Shape;1566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7" name="Google Shape;1567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8" name="Google Shape;1568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69" name="Google Shape;1569;p49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2">
  <p:cSld name="CUSTOM_34_1">
    <p:bg>
      <p:bgPr>
        <a:solidFill>
          <a:schemeClr val="accent1"/>
        </a:solidFill>
      </p:bgPr>
    </p:bg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50"/>
          <p:cNvSpPr/>
          <p:nvPr/>
        </p:nvSpPr>
        <p:spPr>
          <a:xfrm>
            <a:off x="6292650" y="3465375"/>
            <a:ext cx="22851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72" name="Google Shape;1572;p50"/>
          <p:cNvSpPr/>
          <p:nvPr/>
        </p:nvSpPr>
        <p:spPr>
          <a:xfrm>
            <a:off x="63846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73" name="Google Shape;1573;p50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74" name="Google Shape;1574;p50"/>
          <p:cNvSpPr/>
          <p:nvPr/>
        </p:nvSpPr>
        <p:spPr>
          <a:xfrm>
            <a:off x="566250" y="3462825"/>
            <a:ext cx="2285100" cy="730500"/>
          </a:xfrm>
          <a:prstGeom prst="snip1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75" name="Google Shape;1575;p50"/>
          <p:cNvSpPr/>
          <p:nvPr/>
        </p:nvSpPr>
        <p:spPr>
          <a:xfrm>
            <a:off x="6582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576" name="Google Shape;1576;p50"/>
          <p:cNvGrpSpPr/>
          <p:nvPr/>
        </p:nvGrpSpPr>
        <p:grpSpPr>
          <a:xfrm rot="-2700000">
            <a:off x="784723" y="3687946"/>
            <a:ext cx="348897" cy="200098"/>
            <a:chOff x="3876675" y="1766250"/>
            <a:chExt cx="348900" cy="200100"/>
          </a:xfrm>
        </p:grpSpPr>
        <p:sp>
          <p:nvSpPr>
            <p:cNvPr id="1577" name="Google Shape;1577;p50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78" name="Google Shape;1578;p50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579" name="Google Shape;1579;p50"/>
          <p:cNvGrpSpPr/>
          <p:nvPr/>
        </p:nvGrpSpPr>
        <p:grpSpPr>
          <a:xfrm>
            <a:off x="6522149" y="3681814"/>
            <a:ext cx="297600" cy="297600"/>
            <a:chOff x="3902424" y="2300989"/>
            <a:chExt cx="297600" cy="297600"/>
          </a:xfrm>
        </p:grpSpPr>
        <p:sp>
          <p:nvSpPr>
            <p:cNvPr id="1580" name="Google Shape;1580;p50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81" name="Google Shape;1581;p50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582" name="Google Shape;1582;p50"/>
          <p:cNvSpPr txBox="1"/>
          <p:nvPr>
            <p:ph idx="1" type="body"/>
          </p:nvPr>
        </p:nvSpPr>
        <p:spPr>
          <a:xfrm>
            <a:off x="1331100" y="3544275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3" name="Google Shape;1583;p50"/>
          <p:cNvSpPr txBox="1"/>
          <p:nvPr>
            <p:ph idx="2" type="body"/>
          </p:nvPr>
        </p:nvSpPr>
        <p:spPr>
          <a:xfrm>
            <a:off x="7041975" y="3541725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3">
  <p:cSld name="CUSTOM_34_1_1">
    <p:bg>
      <p:bgPr>
        <a:solidFill>
          <a:schemeClr val="accent5"/>
        </a:solidFill>
      </p:bgPr>
    </p:bg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51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6" name="Google Shape;1586;p51"/>
          <p:cNvSpPr/>
          <p:nvPr/>
        </p:nvSpPr>
        <p:spPr>
          <a:xfrm>
            <a:off x="566250" y="520900"/>
            <a:ext cx="8040900" cy="36723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7" name="Google Shape;1587;p51"/>
          <p:cNvSpPr/>
          <p:nvPr/>
        </p:nvSpPr>
        <p:spPr>
          <a:xfrm>
            <a:off x="4841575" y="3838475"/>
            <a:ext cx="2285100" cy="7305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88" name="Google Shape;1588;p51"/>
          <p:cNvSpPr/>
          <p:nvPr/>
        </p:nvSpPr>
        <p:spPr>
          <a:xfrm>
            <a:off x="493352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89" name="Google Shape;1589;p51"/>
          <p:cNvSpPr txBox="1"/>
          <p:nvPr>
            <p:ph type="title"/>
          </p:nvPr>
        </p:nvSpPr>
        <p:spPr>
          <a:xfrm>
            <a:off x="918800" y="833450"/>
            <a:ext cx="7316400" cy="209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90" name="Google Shape;1590;p51"/>
          <p:cNvSpPr/>
          <p:nvPr/>
        </p:nvSpPr>
        <p:spPr>
          <a:xfrm>
            <a:off x="2017325" y="3835925"/>
            <a:ext cx="2285100" cy="730500"/>
          </a:xfrm>
          <a:prstGeom prst="snip1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91" name="Google Shape;1591;p51"/>
          <p:cNvSpPr/>
          <p:nvPr/>
        </p:nvSpPr>
        <p:spPr>
          <a:xfrm>
            <a:off x="210927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592" name="Google Shape;1592;p51"/>
          <p:cNvGrpSpPr/>
          <p:nvPr/>
        </p:nvGrpSpPr>
        <p:grpSpPr>
          <a:xfrm rot="-2700000">
            <a:off x="2235798" y="4061046"/>
            <a:ext cx="348897" cy="200098"/>
            <a:chOff x="3876675" y="1766250"/>
            <a:chExt cx="348900" cy="200100"/>
          </a:xfrm>
        </p:grpSpPr>
        <p:sp>
          <p:nvSpPr>
            <p:cNvPr id="1593" name="Google Shape;1593;p51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94" name="Google Shape;1594;p51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595" name="Google Shape;1595;p51"/>
          <p:cNvGrpSpPr/>
          <p:nvPr/>
        </p:nvGrpSpPr>
        <p:grpSpPr>
          <a:xfrm>
            <a:off x="5071074" y="4054914"/>
            <a:ext cx="297600" cy="297600"/>
            <a:chOff x="3902424" y="2300989"/>
            <a:chExt cx="297600" cy="297600"/>
          </a:xfrm>
        </p:grpSpPr>
        <p:sp>
          <p:nvSpPr>
            <p:cNvPr id="1596" name="Google Shape;1596;p51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97" name="Google Shape;1597;p51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598" name="Google Shape;1598;p51"/>
          <p:cNvSpPr txBox="1"/>
          <p:nvPr>
            <p:ph idx="1" type="body"/>
          </p:nvPr>
        </p:nvSpPr>
        <p:spPr>
          <a:xfrm>
            <a:off x="2772900" y="3917375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9" name="Google Shape;1599;p51"/>
          <p:cNvSpPr txBox="1"/>
          <p:nvPr>
            <p:ph idx="2" type="body"/>
          </p:nvPr>
        </p:nvSpPr>
        <p:spPr>
          <a:xfrm>
            <a:off x="5609675" y="3914825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1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pta Slab SemiBold"/>
              <a:buNone/>
              <a:defRPr sz="20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●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○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■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●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○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■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●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○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■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0">
          <p15:clr>
            <a:srgbClr val="E46962"/>
          </p15:clr>
        </p15:guide>
        <p15:guide id="2" orient="horz" pos="170">
          <p15:clr>
            <a:srgbClr val="E46962"/>
          </p15:clr>
        </p15:guide>
        <p15:guide id="3" pos="521">
          <p15:clr>
            <a:srgbClr val="E46962"/>
          </p15:clr>
        </p15:guide>
        <p15:guide id="4" pos="634">
          <p15:clr>
            <a:srgbClr val="E46962"/>
          </p15:clr>
        </p15:guide>
        <p15:guide id="5" pos="5587">
          <p15:clr>
            <a:srgbClr val="E46962"/>
          </p15:clr>
        </p15:guide>
        <p15:guide id="6" orient="horz" pos="3070">
          <p15:clr>
            <a:srgbClr val="E46962"/>
          </p15:clr>
        </p15:guide>
        <p15:guide id="7" pos="5244">
          <p15:clr>
            <a:srgbClr val="E46962"/>
          </p15:clr>
        </p15:guide>
        <p15:guide id="8" pos="5126">
          <p15:clr>
            <a:srgbClr val="E46962"/>
          </p15:clr>
        </p15:guide>
        <p15:guide id="9" pos="4780">
          <p15:clr>
            <a:srgbClr val="E46962"/>
          </p15:clr>
        </p15:guide>
        <p15:guide id="10" pos="4667">
          <p15:clr>
            <a:srgbClr val="E46962"/>
          </p15:clr>
        </p15:guide>
        <p15:guide id="11" pos="4315">
          <p15:clr>
            <a:srgbClr val="E46962"/>
          </p15:clr>
        </p15:guide>
        <p15:guide id="12" pos="4203">
          <p15:clr>
            <a:srgbClr val="E46962"/>
          </p15:clr>
        </p15:guide>
        <p15:guide id="13" pos="3852">
          <p15:clr>
            <a:srgbClr val="E46962"/>
          </p15:clr>
        </p15:guide>
        <p15:guide id="14" pos="3739">
          <p15:clr>
            <a:srgbClr val="E46962"/>
          </p15:clr>
        </p15:guide>
        <p15:guide id="15" pos="3402">
          <p15:clr>
            <a:srgbClr val="E46962"/>
          </p15:clr>
        </p15:guide>
        <p15:guide id="16" pos="3289">
          <p15:clr>
            <a:srgbClr val="E46962"/>
          </p15:clr>
        </p15:guide>
        <p15:guide id="17" pos="2938">
          <p15:clr>
            <a:srgbClr val="E46962"/>
          </p15:clr>
        </p15:guide>
        <p15:guide id="18" pos="2826">
          <p15:clr>
            <a:srgbClr val="E46962"/>
          </p15:clr>
        </p15:guide>
        <p15:guide id="19" pos="2475">
          <p15:clr>
            <a:srgbClr val="E46962"/>
          </p15:clr>
        </p15:guide>
        <p15:guide id="20" pos="2367">
          <p15:clr>
            <a:srgbClr val="E46962"/>
          </p15:clr>
        </p15:guide>
        <p15:guide id="21" pos="2016">
          <p15:clr>
            <a:srgbClr val="E46962"/>
          </p15:clr>
        </p15:guide>
        <p15:guide id="22" pos="1904">
          <p15:clr>
            <a:srgbClr val="E46962"/>
          </p15:clr>
        </p15:guide>
        <p15:guide id="23" pos="1558">
          <p15:clr>
            <a:srgbClr val="E46962"/>
          </p15:clr>
        </p15:guide>
        <p15:guide id="24" pos="1449">
          <p15:clr>
            <a:srgbClr val="E46962"/>
          </p15:clr>
        </p15:guide>
        <p15:guide id="25" pos="1094">
          <p15:clr>
            <a:srgbClr val="E46962"/>
          </p15:clr>
        </p15:guide>
        <p15:guide id="26" pos="98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Abdelrahman-Magdii/Docker_CLI_Commands-Dockerfile_Commands.gi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52"/>
          <p:cNvSpPr txBox="1"/>
          <p:nvPr>
            <p:ph type="ctrTitle"/>
          </p:nvPr>
        </p:nvSpPr>
        <p:spPr>
          <a:xfrm>
            <a:off x="568100" y="1980600"/>
            <a:ext cx="8413800" cy="77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Docker For Software </a:t>
            </a:r>
            <a:r>
              <a:rPr b="1" lang="ar">
                <a:latin typeface="Arial"/>
                <a:ea typeface="Arial"/>
                <a:cs typeface="Arial"/>
                <a:sym typeface="Arial"/>
              </a:rPr>
              <a:t>Engineers</a:t>
            </a:r>
            <a:endParaRPr/>
          </a:p>
        </p:txBody>
      </p:sp>
      <p:sp>
        <p:nvSpPr>
          <p:cNvPr id="1605" name="Google Shape;1605;p52"/>
          <p:cNvSpPr txBox="1"/>
          <p:nvPr>
            <p:ph idx="1" type="subTitle"/>
          </p:nvPr>
        </p:nvSpPr>
        <p:spPr>
          <a:xfrm>
            <a:off x="1560750" y="2902075"/>
            <a:ext cx="60225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Docker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53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What is Docker?</a:t>
            </a:r>
            <a:endParaRPr/>
          </a:p>
        </p:txBody>
      </p:sp>
      <p:sp>
        <p:nvSpPr>
          <p:cNvPr id="1611" name="Google Shape;1611;p53"/>
          <p:cNvSpPr txBox="1"/>
          <p:nvPr>
            <p:ph idx="1" type="body"/>
          </p:nvPr>
        </p:nvSpPr>
        <p:spPr>
          <a:xfrm>
            <a:off x="270000" y="1464600"/>
            <a:ext cx="7929000" cy="25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ar" sz="1500">
                <a:solidFill>
                  <a:schemeClr val="lt1"/>
                </a:solidFill>
              </a:rPr>
              <a:t>Docker</a:t>
            </a:r>
            <a:r>
              <a:rPr lang="ar" sz="1500">
                <a:solidFill>
                  <a:schemeClr val="lt1"/>
                </a:solidFill>
              </a:rPr>
              <a:t> is a </a:t>
            </a:r>
            <a:r>
              <a:rPr lang="ar" sz="1500">
                <a:solidFill>
                  <a:schemeClr val="lt1"/>
                </a:solidFill>
              </a:rPr>
              <a:t>platform for creating, running, and managing containers.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ar" sz="1500">
                <a:solidFill>
                  <a:schemeClr val="lt1"/>
                </a:solidFill>
              </a:rPr>
              <a:t>A </a:t>
            </a:r>
            <a:r>
              <a:rPr b="1" lang="ar" sz="1500">
                <a:solidFill>
                  <a:schemeClr val="lt1"/>
                </a:solidFill>
              </a:rPr>
              <a:t>container</a:t>
            </a:r>
            <a:r>
              <a:rPr lang="ar" sz="1500">
                <a:solidFill>
                  <a:schemeClr val="lt1"/>
                </a:solidFill>
              </a:rPr>
              <a:t> is a lightweight, portable, and isolated environment for running applications.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54"/>
          <p:cNvSpPr txBox="1"/>
          <p:nvPr>
            <p:ph type="title"/>
          </p:nvPr>
        </p:nvSpPr>
        <p:spPr>
          <a:xfrm>
            <a:off x="270000" y="392925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Docker vs. </a:t>
            </a:r>
            <a:r>
              <a:rPr b="1" lang="ar"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7" name="Google Shape;1617;p54" title="Screenshot from 2025-04-14 11-53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650" y="1095550"/>
            <a:ext cx="7223948" cy="34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55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Why Do We Need Docker?</a:t>
            </a:r>
            <a:endParaRPr/>
          </a:p>
        </p:txBody>
      </p:sp>
      <p:sp>
        <p:nvSpPr>
          <p:cNvPr id="1623" name="Google Shape;1623;p55"/>
          <p:cNvSpPr txBox="1"/>
          <p:nvPr>
            <p:ph idx="1" type="body"/>
          </p:nvPr>
        </p:nvSpPr>
        <p:spPr>
          <a:xfrm>
            <a:off x="270000" y="1464600"/>
            <a:ext cx="7596900" cy="25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ar" sz="1500">
                <a:solidFill>
                  <a:schemeClr val="lt1"/>
                </a:solidFill>
              </a:rPr>
              <a:t>"It works on my machine!" problem.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ar" sz="1500">
                <a:solidFill>
                  <a:schemeClr val="lt1"/>
                </a:solidFill>
              </a:rPr>
              <a:t>Different environments = different results.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ar" sz="1500">
                <a:solidFill>
                  <a:schemeClr val="lt1"/>
                </a:solidFill>
              </a:rPr>
              <a:t>Easy to share and deploy software anywhere.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ar" sz="1500">
                <a:solidFill>
                  <a:schemeClr val="lt1"/>
                </a:solidFill>
              </a:rPr>
              <a:t>Faster setup for development, testing, and production.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56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Docker Concepts</a:t>
            </a:r>
            <a:endParaRPr/>
          </a:p>
        </p:txBody>
      </p:sp>
      <p:sp>
        <p:nvSpPr>
          <p:cNvPr id="1629" name="Google Shape;1629;p56"/>
          <p:cNvSpPr txBox="1"/>
          <p:nvPr>
            <p:ph idx="1" type="body"/>
          </p:nvPr>
        </p:nvSpPr>
        <p:spPr>
          <a:xfrm>
            <a:off x="270000" y="1019900"/>
            <a:ext cx="7596900" cy="38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300">
                <a:solidFill>
                  <a:schemeClr val="lt1"/>
                </a:solidFill>
              </a:rPr>
              <a:t>📦 </a:t>
            </a:r>
            <a:r>
              <a:rPr b="1" lang="ar" sz="1300">
                <a:solidFill>
                  <a:schemeClr val="lt1"/>
                </a:solidFill>
              </a:rPr>
              <a:t>Docker Image</a:t>
            </a:r>
            <a:r>
              <a:rPr lang="ar" sz="1300">
                <a:solidFill>
                  <a:schemeClr val="lt1"/>
                </a:solidFill>
              </a:rPr>
              <a:t>: </a:t>
            </a:r>
            <a:r>
              <a:rPr lang="ar">
                <a:solidFill>
                  <a:schemeClr val="lt1"/>
                </a:solidFill>
              </a:rPr>
              <a:t>A </a:t>
            </a:r>
            <a:r>
              <a:rPr b="1" lang="ar">
                <a:solidFill>
                  <a:schemeClr val="lt1"/>
                </a:solidFill>
              </a:rPr>
              <a:t>read-only template</a:t>
            </a:r>
            <a:r>
              <a:rPr lang="ar">
                <a:solidFill>
                  <a:schemeClr val="lt1"/>
                </a:solidFill>
              </a:rPr>
              <a:t> containing all the necessary files, libraries, and dependencies required to run an application in a Docker container.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300">
                <a:solidFill>
                  <a:schemeClr val="lt1"/>
                </a:solidFill>
              </a:rPr>
              <a:t>🐳 </a:t>
            </a:r>
            <a:r>
              <a:rPr b="1" lang="ar" sz="1300">
                <a:solidFill>
                  <a:schemeClr val="lt1"/>
                </a:solidFill>
              </a:rPr>
              <a:t>Docker Container</a:t>
            </a:r>
            <a:r>
              <a:rPr lang="ar" sz="1300">
                <a:solidFill>
                  <a:schemeClr val="lt1"/>
                </a:solidFill>
              </a:rPr>
              <a:t>: </a:t>
            </a:r>
            <a:r>
              <a:rPr lang="ar">
                <a:solidFill>
                  <a:schemeClr val="lt1"/>
                </a:solidFill>
              </a:rPr>
              <a:t>A </a:t>
            </a:r>
            <a:r>
              <a:rPr b="1" lang="ar">
                <a:solidFill>
                  <a:schemeClr val="lt1"/>
                </a:solidFill>
              </a:rPr>
              <a:t>running instance</a:t>
            </a:r>
            <a:r>
              <a:rPr lang="ar">
                <a:solidFill>
                  <a:schemeClr val="lt1"/>
                </a:solidFill>
              </a:rPr>
              <a:t> of an image — an executable package including the code, libraries, and dependencies needed to run the application.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300">
                <a:solidFill>
                  <a:schemeClr val="lt1"/>
                </a:solidFill>
              </a:rPr>
              <a:t>📄 </a:t>
            </a:r>
            <a:r>
              <a:rPr b="1" lang="ar" sz="1300">
                <a:solidFill>
                  <a:schemeClr val="lt1"/>
                </a:solidFill>
              </a:rPr>
              <a:t>Dockerfile:</a:t>
            </a:r>
            <a:r>
              <a:rPr lang="ar" sz="1300">
                <a:solidFill>
                  <a:schemeClr val="lt1"/>
                </a:solidFill>
              </a:rPr>
              <a:t> </a:t>
            </a:r>
            <a:r>
              <a:rPr lang="ar">
                <a:solidFill>
                  <a:schemeClr val="lt1"/>
                </a:solidFill>
              </a:rPr>
              <a:t>A </a:t>
            </a:r>
            <a:r>
              <a:rPr b="1" lang="ar">
                <a:solidFill>
                  <a:schemeClr val="lt1"/>
                </a:solidFill>
              </a:rPr>
              <a:t>script containing</a:t>
            </a:r>
            <a:r>
              <a:rPr lang="ar">
                <a:solidFill>
                  <a:schemeClr val="lt1"/>
                </a:solidFill>
              </a:rPr>
              <a:t> instructions to create a Docker image.</a:t>
            </a:r>
            <a:br>
              <a:rPr lang="ar">
                <a:solidFill>
                  <a:schemeClr val="lt1"/>
                </a:solidFill>
              </a:rPr>
            </a:br>
            <a:r>
              <a:rPr lang="ar">
                <a:solidFill>
                  <a:schemeClr val="lt1"/>
                </a:solidFill>
              </a:rPr>
              <a:t> It defines everything needed for the image: base image, commands, dependencies, and files.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300">
                <a:solidFill>
                  <a:schemeClr val="lt1"/>
                </a:solidFill>
              </a:rPr>
              <a:t>📦 </a:t>
            </a:r>
            <a:r>
              <a:rPr b="1" lang="ar" sz="1300">
                <a:solidFill>
                  <a:schemeClr val="lt1"/>
                </a:solidFill>
              </a:rPr>
              <a:t>Docker Registry: </a:t>
            </a:r>
            <a:r>
              <a:rPr lang="ar">
                <a:solidFill>
                  <a:schemeClr val="lt1"/>
                </a:solidFill>
              </a:rPr>
              <a:t>A </a:t>
            </a:r>
            <a:r>
              <a:rPr b="1" lang="ar">
                <a:solidFill>
                  <a:schemeClr val="lt1"/>
                </a:solidFill>
              </a:rPr>
              <a:t>repository</a:t>
            </a:r>
            <a:r>
              <a:rPr lang="ar">
                <a:solidFill>
                  <a:schemeClr val="lt1"/>
                </a:solidFill>
              </a:rPr>
              <a:t> for storing, sharing, and managing Docker images.</a:t>
            </a:r>
            <a:br>
              <a:rPr lang="ar">
                <a:solidFill>
                  <a:schemeClr val="lt1"/>
                </a:solidFill>
              </a:rPr>
            </a:br>
            <a:r>
              <a:rPr lang="ar">
                <a:solidFill>
                  <a:schemeClr val="lt1"/>
                </a:solidFill>
              </a:rPr>
              <a:t> Examples: (Docker Hub - Amazon Elastic Container Registry - Azure Container Registry - Google Cloud Container</a:t>
            </a:r>
            <a:r>
              <a:rPr lang="ar">
                <a:solidFill>
                  <a:schemeClr val="lt1"/>
                </a:solidFill>
              </a:rPr>
              <a:t>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57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Docker Concepts</a:t>
            </a:r>
            <a:endParaRPr/>
          </a:p>
        </p:txBody>
      </p:sp>
      <p:sp>
        <p:nvSpPr>
          <p:cNvPr id="1635" name="Google Shape;1635;p57"/>
          <p:cNvSpPr txBox="1"/>
          <p:nvPr>
            <p:ph idx="1" type="body"/>
          </p:nvPr>
        </p:nvSpPr>
        <p:spPr>
          <a:xfrm>
            <a:off x="270000" y="1019900"/>
            <a:ext cx="7867800" cy="32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300">
                <a:solidFill>
                  <a:schemeClr val="lt1"/>
                </a:solidFill>
              </a:rPr>
              <a:t>⚙️ </a:t>
            </a:r>
            <a:r>
              <a:rPr b="1" lang="ar" sz="1300">
                <a:solidFill>
                  <a:schemeClr val="lt1"/>
                </a:solidFill>
              </a:rPr>
              <a:t>Docker Engine: </a:t>
            </a:r>
            <a:r>
              <a:rPr lang="ar">
                <a:solidFill>
                  <a:schemeClr val="lt1"/>
                </a:solidFill>
              </a:rPr>
              <a:t>An application for managing Docker containers. It includes:</a:t>
            </a: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ar">
                <a:solidFill>
                  <a:schemeClr val="lt1"/>
                </a:solidFill>
              </a:rPr>
              <a:t>Docker Daemon (server process)</a:t>
            </a:r>
            <a:br>
              <a:rPr lang="ar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ar">
                <a:solidFill>
                  <a:schemeClr val="lt1"/>
                </a:solidFill>
              </a:rPr>
              <a:t>Docker Client (command line tool)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a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📦 </a:t>
            </a:r>
            <a:r>
              <a:rPr b="1" lang="ar" sz="1300">
                <a:solidFill>
                  <a:schemeClr val="lt1"/>
                </a:solidFill>
              </a:rPr>
              <a:t>Docker compose:</a:t>
            </a:r>
            <a:r>
              <a:rPr lang="ar" sz="1200">
                <a:solidFill>
                  <a:schemeClr val="lt1"/>
                </a:solidFill>
              </a:rPr>
              <a:t> is a yaml file to run multiple containers. It can be defined outside the application code.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300">
                <a:solidFill>
                  <a:schemeClr val="lt1"/>
                </a:solidFill>
              </a:rPr>
              <a:t>📂 </a:t>
            </a:r>
            <a:r>
              <a:rPr b="1" lang="ar" sz="1300">
                <a:solidFill>
                  <a:schemeClr val="lt1"/>
                </a:solidFill>
              </a:rPr>
              <a:t>Docker volume: </a:t>
            </a:r>
            <a:r>
              <a:rPr lang="ar" sz="1200">
                <a:solidFill>
                  <a:schemeClr val="lt1"/>
                </a:solidFill>
              </a:rPr>
              <a:t>is a folder shared between host file system and virtual file system of docker container.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🌐 </a:t>
            </a:r>
            <a:r>
              <a:rPr b="1" lang="ar">
                <a:solidFill>
                  <a:schemeClr val="lt1"/>
                </a:solidFill>
              </a:rPr>
              <a:t>Networks</a:t>
            </a:r>
            <a:r>
              <a:rPr b="1" lang="a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ar">
                <a:solidFill>
                  <a:schemeClr val="lt1"/>
                </a:solidFill>
              </a:rPr>
              <a:t> </a:t>
            </a:r>
            <a:r>
              <a:rPr lang="ar" sz="1200">
                <a:solidFill>
                  <a:schemeClr val="lt1"/>
                </a:solidFill>
              </a:rPr>
              <a:t>A way for Docker containers to communicate with each other. Docker networks allow containers to interact securely by controlling traffic between them.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ar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58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How Docker work? </a:t>
            </a:r>
            <a:endParaRPr/>
          </a:p>
        </p:txBody>
      </p:sp>
      <p:sp>
        <p:nvSpPr>
          <p:cNvPr id="1641" name="Google Shape;1641;p58"/>
          <p:cNvSpPr txBox="1"/>
          <p:nvPr>
            <p:ph idx="1" type="body"/>
          </p:nvPr>
        </p:nvSpPr>
        <p:spPr>
          <a:xfrm>
            <a:off x="270000" y="1464600"/>
            <a:ext cx="7596900" cy="9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ar" sz="1200">
                <a:solidFill>
                  <a:schemeClr val="lt1"/>
                </a:solidFill>
              </a:rPr>
              <a:t>Write a Dockerfile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ar" sz="1200">
                <a:solidFill>
                  <a:schemeClr val="lt1"/>
                </a:solidFill>
              </a:rPr>
              <a:t>Build an Image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ar" sz="1200">
                <a:solidFill>
                  <a:schemeClr val="lt1"/>
                </a:solidFill>
              </a:rPr>
              <a:t>Run a Container from the Image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ar" sz="1200">
                <a:solidFill>
                  <a:schemeClr val="lt1"/>
                </a:solidFill>
              </a:rPr>
              <a:t>Stop, Restart, or Remove the Container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642" name="Google Shape;1642;p5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975" y="2756025"/>
            <a:ext cx="44665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58" title="Screenshot from 2025-04-14 11-42-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175" y="2532550"/>
            <a:ext cx="2936225" cy="170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59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How Write Dockerfile?</a:t>
            </a:r>
            <a:endParaRPr/>
          </a:p>
        </p:txBody>
      </p:sp>
      <p:pic>
        <p:nvPicPr>
          <p:cNvPr id="1649" name="Google Shape;1649;p59" title="Screenshot from 2025-04-14 14-05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300" y="1019900"/>
            <a:ext cx="3859667" cy="38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60"/>
          <p:cNvSpPr txBox="1"/>
          <p:nvPr>
            <p:ph type="title"/>
          </p:nvPr>
        </p:nvSpPr>
        <p:spPr>
          <a:xfrm>
            <a:off x="315550" y="2700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Docker CLI</a:t>
            </a:r>
            <a:endParaRPr/>
          </a:p>
        </p:txBody>
      </p:sp>
      <p:pic>
        <p:nvPicPr>
          <p:cNvPr id="1655" name="Google Shape;1655;p60" title="Screenshot from 2025-04-14 12-58-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150" y="957350"/>
            <a:ext cx="2545866" cy="381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60" title="Screenshot from 2025-04-14 12-59-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7838" y="957350"/>
            <a:ext cx="2591575" cy="38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60" title="Screenshot from 2025-04-14 13-00-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5216" y="957350"/>
            <a:ext cx="2591573" cy="381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61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Docker Compose</a:t>
            </a:r>
            <a:endParaRPr/>
          </a:p>
        </p:txBody>
      </p:sp>
      <p:sp>
        <p:nvSpPr>
          <p:cNvPr id="1663" name="Google Shape;1663;p61"/>
          <p:cNvSpPr txBox="1"/>
          <p:nvPr>
            <p:ph idx="1" type="body"/>
          </p:nvPr>
        </p:nvSpPr>
        <p:spPr>
          <a:xfrm>
            <a:off x="270000" y="1019900"/>
            <a:ext cx="7596900" cy="5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📦 </a:t>
            </a:r>
            <a:r>
              <a:rPr lang="ar" sz="1300">
                <a:solidFill>
                  <a:schemeClr val="lt1"/>
                </a:solidFill>
              </a:rPr>
              <a:t>Docker compose:</a:t>
            </a:r>
            <a:r>
              <a:rPr lang="ar" sz="1200">
                <a:solidFill>
                  <a:schemeClr val="lt1"/>
                </a:solidFill>
              </a:rPr>
              <a:t> is a yaml file to run multiple containers. It can be defined outside the application code.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4" name="Google Shape;1664;p61" title="Screenshot from 2025-04-14 13-55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50" y="1596800"/>
            <a:ext cx="76200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62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Resources </a:t>
            </a:r>
            <a:endParaRPr/>
          </a:p>
        </p:txBody>
      </p:sp>
      <p:sp>
        <p:nvSpPr>
          <p:cNvPr id="1670" name="Google Shape;1670;p62"/>
          <p:cNvSpPr txBox="1"/>
          <p:nvPr>
            <p:ph idx="1" type="body"/>
          </p:nvPr>
        </p:nvSpPr>
        <p:spPr>
          <a:xfrm>
            <a:off x="270000" y="1464600"/>
            <a:ext cx="8220600" cy="25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ar" sz="2100"/>
              <a:t>Repo : </a:t>
            </a:r>
            <a:r>
              <a:rPr b="1" lang="ar" sz="1200" u="sng">
                <a:solidFill>
                  <a:schemeClr val="hlink"/>
                </a:solidFill>
                <a:hlinkClick r:id="rId3"/>
              </a:rPr>
              <a:t>https://github.com/Abdelrahman-Magdii/Docker_CLI_Commands-Dockerfile_Commands.git</a:t>
            </a:r>
            <a:endParaRPr b="1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63"/>
          <p:cNvSpPr txBox="1"/>
          <p:nvPr>
            <p:ph type="ctrTitle"/>
          </p:nvPr>
        </p:nvSpPr>
        <p:spPr>
          <a:xfrm>
            <a:off x="1566075" y="820775"/>
            <a:ext cx="60225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T</a:t>
            </a:r>
            <a:r>
              <a:rPr lang="ar"/>
              <a:t>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dnight Whisp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81817"/>
      </a:accent1>
      <a:accent2>
        <a:srgbClr val="CFADBE"/>
      </a:accent2>
      <a:accent3>
        <a:srgbClr val="FFC0A5"/>
      </a:accent3>
      <a:accent4>
        <a:srgbClr val="FFB173"/>
      </a:accent4>
      <a:accent5>
        <a:srgbClr val="E75833"/>
      </a:accent5>
      <a:accent6>
        <a:srgbClr val="FFEFA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